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26295703194a84" /><Relationship Type="http://schemas.openxmlformats.org/officeDocument/2006/relationships/extended-properties" Target="/docProps/app.xml" Id="R1457c9f872634242" /><Relationship Type="http://schemas.openxmlformats.org/officeDocument/2006/relationships/officeDocument" Target="/ppt/presentation.xml" Id="Rbbe618d7291c43c5" /></Relationships>
</file>

<file path=ppt/presentation.xml><?xml version="1.0" encoding="utf-8"?>
<p:presentation xmlns:p="http://schemas.openxmlformats.org/presentationml/2006/main">
  <p:sldMasterIdLst>
    <p:sldMasterId xmlns:r="http://schemas.openxmlformats.org/officeDocument/2006/relationships" id="2147483648" r:id="R0c657db4922040af"/>
  </p:sldMasterIdLst>
  <p:notesMasterIdLst>
    <p:notesMasterId xmlns:r="http://schemas.openxmlformats.org/officeDocument/2006/relationships" r:id="R16fe42bfd46d4863"/>
  </p:notesMasterIdLst>
  <p:sldIdLst>
    <p:sldId xmlns:r="http://schemas.openxmlformats.org/officeDocument/2006/relationships" id="256" r:id="Rc2776e14d5844a03"/>
    <p:sldId xmlns:r="http://schemas.openxmlformats.org/officeDocument/2006/relationships" id="257" r:id="R68a5b93d6c874046"/>
    <p:sldId xmlns:r="http://schemas.openxmlformats.org/officeDocument/2006/relationships" id="258" r:id="Rb5382510fed043f3"/>
    <p:sldId xmlns:r="http://schemas.openxmlformats.org/officeDocument/2006/relationships" id="259" r:id="R6a79985f467f495f"/>
    <p:sldId xmlns:r="http://schemas.openxmlformats.org/officeDocument/2006/relationships" id="260" r:id="Rb947aa7414064c86"/>
    <p:sldId xmlns:r="http://schemas.openxmlformats.org/officeDocument/2006/relationships" id="261" r:id="Rc449372b82f0473c"/>
  </p:sldIdLst>
  <p:sldSz cx="10080625" cy="56705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c1227aa1ac4dcf" /><Relationship Type="http://schemas.openxmlformats.org/officeDocument/2006/relationships/slideMaster" Target="/ppt/slideMasters/slideMaster1.xml" Id="R0c657db4922040af" /><Relationship Type="http://schemas.openxmlformats.org/officeDocument/2006/relationships/notesMaster" Target="/ppt/notesMasters/notesMaster1.xml" Id="R16fe42bfd46d4863" /><Relationship Type="http://schemas.openxmlformats.org/officeDocument/2006/relationships/presProps" Target="/ppt/presProps.xml" Id="R033fe74f02b74463" /><Relationship Type="http://schemas.openxmlformats.org/officeDocument/2006/relationships/tableStyles" Target="/ppt/tableStyles.xml" Id="Re296135d10dc48cd" /><Relationship Type="http://schemas.openxmlformats.org/officeDocument/2006/relationships/slide" Target="/ppt/slides/slide1.xml" Id="Rc2776e14d5844a03" /><Relationship Type="http://schemas.openxmlformats.org/officeDocument/2006/relationships/slide" Target="/ppt/slides/slide2.xml" Id="R68a5b93d6c874046" /><Relationship Type="http://schemas.openxmlformats.org/officeDocument/2006/relationships/slide" Target="/ppt/slides/slide3.xml" Id="Rb5382510fed043f3" /><Relationship Type="http://schemas.openxmlformats.org/officeDocument/2006/relationships/slide" Target="/ppt/slides/slide4.xml" Id="R6a79985f467f495f" /><Relationship Type="http://schemas.openxmlformats.org/officeDocument/2006/relationships/slide" Target="/ppt/slides/slide5.xml" Id="Rb947aa7414064c86" /><Relationship Type="http://schemas.openxmlformats.org/officeDocument/2006/relationships/slide" Target="/ppt/slides/slide6.xml" Id="Rc449372b82f047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6f4577d7f542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LibreOffice">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3e20f2db6242d7" /><Relationship Type="http://schemas.openxmlformats.org/officeDocument/2006/relationships/notesMaster" Target="/ppt/notesMasters/notesMaster1.xml" Id="Rb28a087c2f6040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5022b489d34365" /><Relationship Type="http://schemas.openxmlformats.org/officeDocument/2006/relationships/notesMaster" Target="/ppt/notesMasters/notesMaster1.xml" Id="R61a1008d26854a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23f791dbdd4cc2" /><Relationship Type="http://schemas.openxmlformats.org/officeDocument/2006/relationships/notesMaster" Target="/ppt/notesMasters/notesMaster1.xml" Id="R7802473e4d7c4f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bb6181a86441cb" /><Relationship Type="http://schemas.openxmlformats.org/officeDocument/2006/relationships/notesMaster" Target="/ppt/notesMasters/notesMaster1.xml" Id="R7ae6f896dd5448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856458cadd4b20" /><Relationship Type="http://schemas.openxmlformats.org/officeDocument/2006/relationships/notesMaster" Target="/ppt/notesMasters/notesMaster1.xml" Id="R149e61ab5ffa4c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cbad379d8648d7" /><Relationship Type="http://schemas.openxmlformats.org/officeDocument/2006/relationships/notesMaster" Target="/ppt/notesMasters/notesMaster1.xml" Id="R2633ff3c64eb48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JengaConnect is a proposed local marketplace for usable surplus building materials. Source: Group 6, Turning Construction Waste into Value, unpublished coursework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 uses the group construction-materials concept, earlier Group 6 problem-identification work on delivery access, and the Group 6 campus-queue assignment. The construction-materials opportunity remains a provisional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working hypothesis concerns access to usable surplus materials in Kampala, Uganda. Supplier availability, buyer requirements and current alternatives remain subjects for customer discovery.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Customer-discovery questionnaire: https://forms.gle/W1oJWGK1bXnx63fMA . The research method combines remote interviews with questionnaire responses. Coursework extracts use anonymised participant codes.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statements are proposed features or hypotheses. No working application, payment integration or escrow is claimed. Validate material availability, acceptable quality, buyer interest and collection economics before extending the technology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Makerere University, IST2106 Week 1 group capstone assignment, https://muele.mak.ac.ug/mod/assign/view.php?id=200270 . Week 2 builds on discovery through customer definition, a prototype, feedback and a complete Business Model Canvas.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2aefcdca20404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a463e0b8b8408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1326f8597f4c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5204f8dd7c6416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7b0b5f57b842bc" /></Relationships>
</file>

<file path=ppt/slideLayouts/slideLayout1.xml><?xml version="1.0" encoding="utf-8"?>
<p:sldLayout xmlns:p="http://schemas.openxmlformats.org/presentationml/2006/main" preserve="1">
  <p:cSld name="Forestbird">
    <p:spTree>
      <p:nvGrpSpPr>
        <p:cNvPr id="1" name=""/>
        <p:cNvGrpSpPr/>
        <p:nvPr/>
      </p:nvGrpSpPr>
      <p:grpSpPr>
        <a:xfrm xmlns:a="http://schemas.openxmlformats.org/drawingml/2006/main"/>
      </p:grpSpPr>
      <p:sp>
        <p:nvSpPr>
          <p:cNvPr id="2" name="PlaceHolder 1">
            <a:extLst xmlns:a="http://schemas.openxmlformats.org/drawingml/2006/main">
              <a:ext uri="{FF2B5EF4-FFF2-40B4-BE49-F238E27FC236}">
                <a16:creationId xmlns:a16="http://schemas.microsoft.com/office/drawing/2014/main" id="{0E8619D5-2D9D-4F7F-A831-46432F5530D6}"/>
              </a:ext>
            </a:extLst>
          </p:cNvPr>
          <p:cNvSpPr>
            <a:spLocks xmlns:a="http://schemas.openxmlformats.org/drawingml/2006/main" noGrp="1"/>
          </p:cNvSpPr>
          <p:nvPr>
            <p:ph type="title" idx="0"/>
          </p:nvPr>
        </p:nvSpPr>
        <p:spPr>
          <a:xfrm xmlns:a="http://schemas.openxmlformats.org/drawingml/2006/main">
            <a:off x="540000" y="180000"/>
            <a:ext cx="9000000" cy="9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lvl1pPr indent="0" algn="ctr">
              <a:buNone/>
              <a:defRPr sz="3300" b="0" u="none" strike="noStrike">
                <a:solidFill>
                  <a:srgbClr val="000000"/>
                </a:solidFill>
                <a:latin typeface="Arial"/>
                <a:ea typeface="Arial"/>
                <a:cs typeface="Arial"/>
              </a:defRPr>
            </a:lvl1pPr>
          </a:lstStyle>
          <a:p xmlns:a="http://schemas.openxmlformats.org/drawingml/2006/main">
            <a:pPr indent="0" algn="ctr">
              <a:buNone/>
            </a:pPr>
            <a:r>
              <a:rPr sz="3300" b="0" u="none" strike="noStrike">
                <a:solidFill>
                  <a:srgbClr val="000000"/>
                </a:solidFill>
                <a:latin typeface="Arial"/>
                <a:ea typeface="Arial"/>
                <a:cs typeface="Arial"/>
              </a:rPr>
              <a:t>Click to edit the title text format</a:t>
            </a:r>
            <a:endParaRPr sz="3300" b="0" u="none" strike="noStrike">
              <a:solidFill>
                <a:srgbClr val="000000"/>
              </a:solidFill>
              <a:latin typeface="Arial"/>
              <a:ea typeface="Arial"/>
              <a:cs typeface="Arial"/>
            </a:endParaRPr>
          </a:p>
        </p:txBody>
      </p:sp>
      <p:sp>
        <p:nvSpPr>
          <p:cNvPr id="3" name="PlaceHolder 2">
            <a:extLst xmlns:a="http://schemas.openxmlformats.org/drawingml/2006/main">
              <a:ext uri="{FF2B5EF4-FFF2-40B4-BE49-F238E27FC236}">
                <a16:creationId xmlns:a16="http://schemas.microsoft.com/office/drawing/2014/main" id="{C85CCAA4-28D0-40F7-B0D9-98AFDB86332C}"/>
              </a:ext>
            </a:extLst>
          </p:cNvPr>
          <p:cNvSpPr>
            <a:spLocks xmlns:a="http://schemas.openxmlformats.org/drawingml/2006/main" noGrp="1"/>
          </p:cNvSpPr>
          <p:nvPr>
            <p:ph type="body" idx="0"/>
          </p:nvPr>
        </p:nvSpPr>
        <p:spPr>
          <a:xfrm xmlns:a="http://schemas.openxmlformats.org/drawingml/2006/main">
            <a:off x="540000" y="1260000"/>
            <a:ext cx="9000000" cy="342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lvl1pPr algn="l">
              <a:spcBef>
                <a:spcPts val="1060"/>
              </a:spcBef>
              <a:buClr>
                <a:srgbClr val="000000"/>
              </a:buClr>
              <a:buSzPct val="45000"/>
              <a:buFont typeface="Wingdings"/>
              <a:buChar char=""/>
              <a:defRPr sz="2400" b="0" u="none" strike="noStrike">
                <a:solidFill>
                  <a:srgbClr val="000000"/>
                </a:solidFill>
                <a:latin typeface="Arial"/>
                <a:ea typeface="Arial"/>
                <a:cs typeface="Arial"/>
              </a:defRPr>
            </a:lvl1pPr>
            <a:lvl2pPr algn="l">
              <a:spcBef>
                <a:spcPts val="850"/>
              </a:spcBef>
              <a:buClr>
                <a:srgbClr val="000000"/>
              </a:buClr>
              <a:buSzPct val="75000"/>
              <a:buFont typeface="Symbol"/>
              <a:buChar char=""/>
              <a:defRPr sz="2100" b="0" u="none" strike="noStrike">
                <a:solidFill>
                  <a:srgbClr val="000000"/>
                </a:solidFill>
                <a:latin typeface="Arial"/>
                <a:ea typeface="Arial"/>
                <a:cs typeface="Arial"/>
              </a:defRPr>
            </a:lvl2pPr>
            <a:lvl3pPr algn="l">
              <a:spcBef>
                <a:spcPts val="635"/>
              </a:spcBef>
              <a:buClr>
                <a:srgbClr val="000000"/>
              </a:buClr>
              <a:buSzPct val="45000"/>
              <a:buFont typeface="Wingdings"/>
              <a:buChar char=""/>
              <a:defRPr sz="1800" b="0" u="none" strike="noStrike">
                <a:solidFill>
                  <a:srgbClr val="000000"/>
                </a:solidFill>
                <a:latin typeface="Arial"/>
                <a:ea typeface="Arial"/>
                <a:cs typeface="Arial"/>
              </a:defRPr>
            </a:lvl3pPr>
            <a:lvl4pPr algn="l">
              <a:spcBef>
                <a:spcPts val="422"/>
              </a:spcBef>
              <a:buClr>
                <a:srgbClr val="000000"/>
              </a:buClr>
              <a:buSzPct val="75000"/>
              <a:buFont typeface="Symbol"/>
              <a:buChar char=""/>
              <a:defRPr sz="1500" b="0" u="none" strike="noStrike">
                <a:solidFill>
                  <a:srgbClr val="000000"/>
                </a:solidFill>
                <a:latin typeface="Arial"/>
                <a:ea typeface="Arial"/>
                <a:cs typeface="Arial"/>
              </a:defRPr>
            </a:lvl4pPr>
            <a:lvl5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5pPr>
            <a:lvl6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6pPr>
            <a:lvl7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7pPr>
          </a:lstStyle>
          <a:p xmlns:a="http://schemas.openxmlformats.org/drawingml/2006/main">
            <a:pPr marL="432000" indent="-324000" algn="l">
              <a:spcBef>
                <a:spcPts val="1060"/>
              </a:spcBef>
              <a:buClr>
                <a:srgbClr val="000000"/>
              </a:buClr>
              <a:buSzPct val="45000"/>
              <a:buFont typeface="Wingdings"/>
              <a:buChar char=""/>
            </a:pPr>
            <a:r>
              <a:rPr sz="2400" b="0" u="none" strike="noStrike">
                <a:solidFill>
                  <a:srgbClr val="000000"/>
                </a:solidFill>
                <a:latin typeface="Arial"/>
                <a:ea typeface="Arial"/>
                <a:cs typeface="Arial"/>
              </a:rPr>
              <a:t>Click to edit the outline text format</a:t>
            </a:r>
            <a:endParaRPr sz="2400" b="0" u="none" strike="noStrike">
              <a:solidFill>
                <a:srgbClr val="000000"/>
              </a:solidFill>
              <a:latin typeface="Arial"/>
              <a:ea typeface="Arial"/>
              <a:cs typeface="Arial"/>
            </a:endParaRPr>
          </a:p>
          <a:p xmlns:a="http://schemas.openxmlformats.org/drawingml/2006/main">
            <a:pPr marL="864000" lvl="1" indent="-324000" algn="l">
              <a:spcBef>
                <a:spcPts val="850"/>
              </a:spcBef>
              <a:buClr>
                <a:srgbClr val="000000"/>
              </a:buClr>
              <a:buSzPct val="75000"/>
              <a:buFont typeface="Symbol"/>
              <a:buChar char=""/>
            </a:pPr>
            <a:r>
              <a:rPr sz="2100" b="0" u="none" strike="noStrike">
                <a:solidFill>
                  <a:srgbClr val="000000"/>
                </a:solidFill>
                <a:latin typeface="Arial"/>
                <a:ea typeface="Arial"/>
                <a:cs typeface="Arial"/>
              </a:rPr>
              <a:t>Second Outline Level</a:t>
            </a:r>
            <a:endParaRPr sz="2100" b="0" u="none" strike="noStrike">
              <a:solidFill>
                <a:srgbClr val="000000"/>
              </a:solidFill>
              <a:latin typeface="Arial"/>
              <a:ea typeface="Arial"/>
              <a:cs typeface="Arial"/>
            </a:endParaRPr>
          </a:p>
          <a:p xmlns:a="http://schemas.openxmlformats.org/drawingml/2006/main">
            <a:pPr marL="1296000" lvl="2" indent="-288000" algn="l">
              <a:spcBef>
                <a:spcPts val="635"/>
              </a:spcBef>
              <a:buClr>
                <a:srgbClr val="000000"/>
              </a:buClr>
              <a:buSzPct val="45000"/>
              <a:buFont typeface="Wingdings"/>
              <a:buChar char=""/>
            </a:pPr>
            <a:r>
              <a:rPr sz="1800" b="0" u="none" strike="noStrike">
                <a:solidFill>
                  <a:srgbClr val="000000"/>
                </a:solidFill>
                <a:latin typeface="Arial"/>
                <a:ea typeface="Arial"/>
                <a:cs typeface="Arial"/>
              </a:rPr>
              <a:t>Third Outline Level</a:t>
            </a:r>
            <a:endParaRPr sz="1800" b="0" u="none" strike="noStrike">
              <a:solidFill>
                <a:srgbClr val="000000"/>
              </a:solidFill>
              <a:latin typeface="Arial"/>
              <a:ea typeface="Arial"/>
              <a:cs typeface="Arial"/>
            </a:endParaRPr>
          </a:p>
          <a:p xmlns:a="http://schemas.openxmlformats.org/drawingml/2006/main">
            <a:pPr marL="1728000" lvl="3" indent="-216000" algn="l">
              <a:spcBef>
                <a:spcPts val="422"/>
              </a:spcBef>
              <a:buClr>
                <a:srgbClr val="000000"/>
              </a:buClr>
              <a:buSzPct val="75000"/>
              <a:buFont typeface="Symbol"/>
              <a:buChar char=""/>
            </a:pPr>
            <a:r>
              <a:rPr sz="1500" b="0" u="none" strike="noStrike">
                <a:solidFill>
                  <a:srgbClr val="000000"/>
                </a:solidFill>
                <a:latin typeface="Arial"/>
                <a:ea typeface="Arial"/>
                <a:cs typeface="Arial"/>
              </a:rPr>
              <a:t>Fourth Outline Level</a:t>
            </a:r>
            <a:endParaRPr sz="1500" b="0" u="none" strike="noStrike">
              <a:solidFill>
                <a:srgbClr val="000000"/>
              </a:solidFill>
              <a:latin typeface="Arial"/>
              <a:ea typeface="Arial"/>
              <a:cs typeface="Arial"/>
            </a:endParaRPr>
          </a:p>
          <a:p xmlns:a="http://schemas.openxmlformats.org/drawingml/2006/main">
            <a:pPr marL="2160000" lvl="4"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Fifth Outline Level</a:t>
            </a:r>
            <a:endParaRPr sz="1500" b="0" u="none" strike="noStrike">
              <a:solidFill>
                <a:srgbClr val="000000"/>
              </a:solidFill>
              <a:latin typeface="Arial"/>
              <a:ea typeface="Arial"/>
              <a:cs typeface="Arial"/>
            </a:endParaRPr>
          </a:p>
          <a:p xmlns:a="http://schemas.openxmlformats.org/drawingml/2006/main">
            <a:pPr marL="2592000" lvl="5"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Sixth Outline Level</a:t>
            </a:r>
            <a:endParaRPr sz="1500" b="0" u="none" strike="noStrike">
              <a:solidFill>
                <a:srgbClr val="000000"/>
              </a:solidFill>
              <a:latin typeface="Arial"/>
              <a:ea typeface="Arial"/>
              <a:cs typeface="Arial"/>
            </a:endParaRPr>
          </a:p>
          <a:p xmlns:a="http://schemas.openxmlformats.org/drawingml/2006/main">
            <a:pPr marL="3024000" lvl="6"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Seventh Outline Level</a:t>
            </a:r>
            <a:endParaRPr sz="1500" b="0" u="none" strike="noStrike">
              <a:solidFill>
                <a:srgbClr val="000000"/>
              </a:solidFill>
              <a:latin typeface="Arial"/>
              <a:ea typeface="Arial"/>
              <a:cs typeface="Arial"/>
            </a:endParaRPr>
          </a:p>
        </p:txBody>
      </p:sp>
      <p:sp>
        <p:nvSpPr>
          <p:cNvPr id="4" name="PlaceHolder 3">
            <a:extLst xmlns:a="http://schemas.openxmlformats.org/drawingml/2006/main">
              <a:ext uri="{FF2B5EF4-FFF2-40B4-BE49-F238E27FC236}">
                <a16:creationId xmlns:a16="http://schemas.microsoft.com/office/drawing/2014/main" id="{E518EBB8-1D79-4D58-BDB2-9BAC3B56056A}"/>
              </a:ext>
            </a:extLst>
          </p:cNvPr>
          <p:cNvSpPr>
            <a:spLocks xmlns:a="http://schemas.openxmlformats.org/drawingml/2006/main" noGrp="1"/>
          </p:cNvSpPr>
          <p:nvPr>
            <p:ph type="dt" idx="1"/>
          </p:nvPr>
        </p:nvSpPr>
        <p:spPr>
          <a:xfrm xmlns:a="http://schemas.openxmlformats.org/drawingml/2006/main">
            <a:off x="50400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l">
              <a:buNone/>
              <a:defRPr sz="1400" b="0" u="none" strike="noStrike">
                <a:solidFill>
                  <a:srgbClr val="000000"/>
                </a:solidFill>
                <a:latin typeface="Arial"/>
                <a:ea typeface="Arial"/>
                <a:cs typeface="Arial"/>
              </a:defRPr>
            </a:lvl1pPr>
          </a:lstStyle>
          <a:p xmlns:a="http://schemas.openxmlformats.org/drawingml/2006/main">
            <a:pPr indent="0" algn="l">
              <a:buNone/>
            </a:pPr>
            <a:r>
              <a:rPr sz="1400" b="0" u="none" strike="noStrike">
                <a:solidFill>
                  <a:srgbClr val="000000"/>
                </a:solidFill>
                <a:latin typeface="Arial"/>
                <a:ea typeface="Arial"/>
                <a:cs typeface="Arial"/>
              </a:rPr>
              <a:t>&lt;date/time&gt;</a:t>
            </a:r>
            <a:endParaRPr sz="1400" b="0" u="none" strike="noStrike">
              <a:solidFill>
                <a:srgbClr val="000000"/>
              </a:solidFill>
              <a:latin typeface="Arial"/>
              <a:ea typeface="Arial"/>
              <a:cs typeface="Arial"/>
            </a:endParaRPr>
          </a:p>
        </p:txBody>
      </p:sp>
      <p:sp>
        <p:nvSpPr>
          <p:cNvPr id="5" name="PlaceHolder 4">
            <a:extLst xmlns:a="http://schemas.openxmlformats.org/drawingml/2006/main">
              <a:ext uri="{FF2B5EF4-FFF2-40B4-BE49-F238E27FC236}">
                <a16:creationId xmlns:a16="http://schemas.microsoft.com/office/drawing/2014/main" id="{A02A44F3-B6DC-4ED0-83BA-B6E105DAEA2A}"/>
              </a:ext>
            </a:extLst>
          </p:cNvPr>
          <p:cNvSpPr>
            <a:spLocks xmlns:a="http://schemas.openxmlformats.org/drawingml/2006/main" noGrp="1"/>
          </p:cNvSpPr>
          <p:nvPr>
            <p:ph type="ftr" idx="2"/>
          </p:nvPr>
        </p:nvSpPr>
        <p:spPr>
          <a:xfrm xmlns:a="http://schemas.openxmlformats.org/drawingml/2006/main">
            <a:off x="3447360" y="5165280"/>
            <a:ext cx="3195000" cy="390960"/>
          </a:xfrm>
          <a:prstGeom xmlns:a="http://schemas.openxmlformats.org/drawingml/2006/main" prst="rect">
            <a:avLst/>
          </a:prstGeom>
          <a:solidFill xmlns:a="http://schemas.openxmlformats.org/drawingml/2006/main">
            <a:srgbClr val="74B531"/>
          </a:solidFill>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ctr">
              <a:buNone/>
              <a:defRPr sz="1400" b="0" u="none" strike="noStrike">
                <a:solidFill>
                  <a:srgbClr val="000000"/>
                </a:solidFill>
                <a:latin typeface="Arial"/>
                <a:ea typeface="Arial"/>
                <a:cs typeface="Arial"/>
              </a:defRPr>
            </a:lvl1pPr>
          </a:lstStyle>
          <a:p xmlns:a="http://schemas.openxmlformats.org/drawingml/2006/main">
            <a:pPr indent="0" algn="ctr">
              <a:buNone/>
            </a:pPr>
            <a:r>
              <a:rPr sz="1400" b="0" u="none" strike="noStrike">
                <a:solidFill>
                  <a:srgbClr val="000000"/>
                </a:solidFill>
                <a:latin typeface="Arial"/>
                <a:ea typeface="Arial"/>
                <a:cs typeface="Arial"/>
              </a:rPr>
              <a:t>&lt;footer&gt;</a:t>
            </a:r>
            <a:endParaRPr sz="1400" b="0" u="none" strike="noStrike">
              <a:solidFill>
                <a:srgbClr val="000000"/>
              </a:solidFill>
              <a:latin typeface="Arial"/>
              <a:ea typeface="Arial"/>
              <a:cs typeface="Arial"/>
            </a:endParaRPr>
          </a:p>
        </p:txBody>
      </p:sp>
      <p:sp>
        <p:nvSpPr>
          <p:cNvPr id="6" name="PlaceHolder 5">
            <a:extLst xmlns:a="http://schemas.openxmlformats.org/drawingml/2006/main">
              <a:ext uri="{FF2B5EF4-FFF2-40B4-BE49-F238E27FC236}">
                <a16:creationId xmlns:a16="http://schemas.microsoft.com/office/drawing/2014/main" id="{67A44350-025B-4639-8470-E2F5844BDF30}"/>
              </a:ext>
            </a:extLst>
          </p:cNvPr>
          <p:cNvSpPr>
            <a:spLocks xmlns:a="http://schemas.openxmlformats.org/drawingml/2006/main" noGrp="1"/>
          </p:cNvSpPr>
          <p:nvPr>
            <p:ph type="sldNum" idx="3"/>
          </p:nvPr>
        </p:nvSpPr>
        <p:spPr>
          <a:xfrm xmlns:a="http://schemas.openxmlformats.org/drawingml/2006/main">
            <a:off x="722736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r">
              <a:buNone/>
              <a:defRPr sz="1400" b="0" u="none" strike="noStrike">
                <a:solidFill>
                  <a:srgbClr val="000000"/>
                </a:solidFill>
                <a:latin typeface="Arial"/>
                <a:ea typeface="Arial"/>
                <a:cs typeface="Arial"/>
              </a:defRPr>
            </a:lvl1pPr>
          </a:lstStyle>
          <a:p xmlns:a="http://schemas.openxmlformats.org/drawingml/2006/main">
            <a:pPr indent="0" algn="r">
              <a:buNone/>
            </a:pPr>
            <a:fld id="{7EA80710-64E7-4EB5-9D4E-536B1DB5D486}" type="slidenum">
              <a:rPr sz="1400" b="0" u="none" strike="noStrike">
                <a:solidFill>
                  <a:srgbClr val="000000"/>
                </a:solidFill>
                <a:latin typeface="Arial"/>
                <a:ea typeface="Arial"/>
                <a:cs typeface="Arial"/>
              </a:rPr>
              <a:t>&lt;number&gt;</a:t>
            </a:fld>
            <a:endParaRPr sz="1400" b="0" u="none" strike="noStrike">
              <a:solidFill>
                <a:srgbClr val="000000"/>
              </a:solidFill>
              <a:latin typeface="Arial"/>
              <a:ea typeface="Arial"/>
              <a:cs typeface="Arial"/>
            </a:endParaRPr>
          </a:p>
        </p:txBody>
      </p:sp>
      <p:sp>
        <p:nvSpPr>
          <p:cNvPr id="7" name="">
            <a:extLst xmlns:a="http://schemas.openxmlformats.org/drawingml/2006/main">
              <a:ext uri="{FF2B5EF4-FFF2-40B4-BE49-F238E27FC236}">
                <a16:creationId xmlns:a16="http://schemas.microsoft.com/office/drawing/2014/main" id="{367BF2B9-1E3A-41D6-9D89-B08A124B809C}"/>
              </a:ext>
            </a:extLst>
          </p:cNvPr>
          <p:cNvSpPr>
            <a:spLocks xmlns:a="http://schemas.openxmlformats.org/drawingml/2006/main" noGrp="1"/>
          </p:cNvSpPr>
          <p:nvPr/>
        </p:nvSpPr>
        <p:spPr>
          <a:xfrm xmlns:a="http://schemas.openxmlformats.org/drawingml/2006/main">
            <a:off x="0" y="5040000"/>
            <a:ext cx="10080000" cy="630000"/>
          </a:xfrm>
          <a:prstGeom xmlns:a="http://schemas.openxmlformats.org/drawingml/2006/main" prst="rect">
            <a:avLst/>
          </a:prstGeom>
          <a:solidFill xmlns:a="http://schemas.openxmlformats.org/drawingml/2006/main">
            <a:srgbClr val="9ECF6C"/>
          </a:solidFill>
          <a:ln xmlns:a="http://schemas.openxmlformats.org/drawingml/2006/main" w="180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 name="">
            <a:extLst xmlns:a="http://schemas.openxmlformats.org/drawingml/2006/main">
              <a:ext uri="{FF2B5EF4-FFF2-40B4-BE49-F238E27FC236}">
                <a16:creationId xmlns:a16="http://schemas.microsoft.com/office/drawing/2014/main" id="{B9BE0DE9-C7CF-47DC-BC90-BEE9D4CC7143}"/>
              </a:ext>
            </a:extLst>
          </p:cNvPr>
          <p:cNvSpPr>
            <a:spLocks xmlns:a="http://schemas.openxmlformats.org/drawingml/2006/main" noGrp="1"/>
          </p:cNvSpPr>
          <p:nvPr/>
        </p:nvSpPr>
        <p:spPr>
          <a:xfrm xmlns:a="http://schemas.openxmlformats.org/drawingml/2006/main" rot="0" flipH="0" flipV="0">
            <a:off x="3145680" y="5162760"/>
            <a:ext cx="88920" cy="97200"/>
          </a:xfrm>
          <a:custGeom xmlns:a="http://schemas.openxmlformats.org/drawingml/2006/main">
            <a:rect l="0" t="0" r="r" b="b"/>
            <a:pathLst>
              <a:path w="247" h="270">
                <a:moveTo>
                  <a:pt x="247" y="135"/>
                </a:moveTo>
                <a:cubicBezTo>
                  <a:pt x="247" y="159"/>
                  <a:pt x="241" y="182"/>
                  <a:pt x="230" y="203"/>
                </a:cubicBezTo>
                <a:cubicBezTo>
                  <a:pt x="219" y="223"/>
                  <a:pt x="204" y="240"/>
                  <a:pt x="185" y="252"/>
                </a:cubicBezTo>
                <a:cubicBezTo>
                  <a:pt x="166" y="264"/>
                  <a:pt x="145" y="270"/>
                  <a:pt x="124" y="270"/>
                </a:cubicBezTo>
                <a:cubicBezTo>
                  <a:pt x="102" y="270"/>
                  <a:pt x="81" y="264"/>
                  <a:pt x="62" y="252"/>
                </a:cubicBezTo>
                <a:cubicBezTo>
                  <a:pt x="43" y="240"/>
                  <a:pt x="28" y="223"/>
                  <a:pt x="17" y="203"/>
                </a:cubicBezTo>
                <a:cubicBezTo>
                  <a:pt x="6" y="182"/>
                  <a:pt x="0" y="159"/>
                  <a:pt x="0" y="135"/>
                </a:cubicBezTo>
                <a:cubicBezTo>
                  <a:pt x="0" y="111"/>
                  <a:pt x="6" y="88"/>
                  <a:pt x="17" y="67"/>
                </a:cubicBezTo>
                <a:cubicBezTo>
                  <a:pt x="28" y="47"/>
                  <a:pt x="43" y="30"/>
                  <a:pt x="62" y="18"/>
                </a:cubicBezTo>
                <a:cubicBezTo>
                  <a:pt x="81" y="6"/>
                  <a:pt x="102" y="0"/>
                  <a:pt x="124" y="0"/>
                </a:cubicBezTo>
                <a:cubicBezTo>
                  <a:pt x="145" y="0"/>
                  <a:pt x="166" y="6"/>
                  <a:pt x="185" y="18"/>
                </a:cubicBezTo>
                <a:cubicBezTo>
                  <a:pt x="204" y="30"/>
                  <a:pt x="219" y="47"/>
                  <a:pt x="230" y="67"/>
                </a:cubicBezTo>
                <a:cubicBezTo>
                  <a:pt x="241" y="88"/>
                  <a:pt x="247" y="111"/>
                  <a:pt x="247" y="13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0" name="">
            <a:extLst xmlns:a="http://schemas.openxmlformats.org/drawingml/2006/main">
              <a:ext uri="{FF2B5EF4-FFF2-40B4-BE49-F238E27FC236}">
                <a16:creationId xmlns:a16="http://schemas.microsoft.com/office/drawing/2014/main" id="{AAD512CE-93C7-4BC9-A216-E96424409BFA}"/>
              </a:ext>
            </a:extLst>
          </p:cNvPr>
          <p:cNvSpPr>
            <a:spLocks xmlns:a="http://schemas.openxmlformats.org/drawingml/2006/main" noGrp="1"/>
          </p:cNvSpPr>
          <p:nvPr/>
        </p:nvSpPr>
        <p:spPr>
          <a:xfrm xmlns:a="http://schemas.openxmlformats.org/drawingml/2006/main" rot="0" flipH="0" flipV="0">
            <a:off x="3048480" y="5151600"/>
            <a:ext cx="153720" cy="193680"/>
          </a:xfrm>
          <a:custGeom xmlns:a="http://schemas.openxmlformats.org/drawingml/2006/main">
            <a:rect l="0" t="0" r="r" b="b"/>
            <a:pathLst>
              <a:path w="427" h="538">
                <a:moveTo>
                  <a:pt x="403" y="452"/>
                </a:moveTo>
                <a:cubicBezTo>
                  <a:pt x="495" y="104"/>
                  <a:pt x="301" y="151"/>
                  <a:pt x="250" y="0"/>
                </a:cubicBezTo>
                <a:cubicBezTo>
                  <a:pt x="177" y="36"/>
                  <a:pt x="104" y="71"/>
                  <a:pt x="31" y="107"/>
                </a:cubicBezTo>
                <a:cubicBezTo>
                  <a:pt x="31" y="104"/>
                  <a:pt x="-36" y="440"/>
                  <a:pt x="28" y="514"/>
                </a:cubicBezTo>
                <a:cubicBezTo>
                  <a:pt x="78" y="569"/>
                  <a:pt x="384" y="523"/>
                  <a:pt x="403" y="45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1" name="">
            <a:extLst xmlns:a="http://schemas.openxmlformats.org/drawingml/2006/main">
              <a:ext uri="{FF2B5EF4-FFF2-40B4-BE49-F238E27FC236}">
                <a16:creationId xmlns:a16="http://schemas.microsoft.com/office/drawing/2014/main" id="{ED5DE1BB-5339-4E8B-9EC0-B4ED7E4E00F2}"/>
              </a:ext>
            </a:extLst>
          </p:cNvPr>
          <p:cNvSpPr>
            <a:spLocks xmlns:a="http://schemas.openxmlformats.org/drawingml/2006/main" noGrp="1"/>
          </p:cNvSpPr>
          <p:nvPr/>
        </p:nvSpPr>
        <p:spPr>
          <a:xfrm xmlns:a="http://schemas.openxmlformats.org/drawingml/2006/main" rot="0" flipH="0" flipV="0">
            <a:off x="3059280" y="5259600"/>
            <a:ext cx="91080" cy="47160"/>
          </a:xfrm>
          <a:custGeom xmlns:a="http://schemas.openxmlformats.org/drawingml/2006/main">
            <a:rect l="0" t="0" r="r" b="b"/>
            <a:pathLst>
              <a:path w="253" h="131">
                <a:moveTo>
                  <a:pt x="34" y="63"/>
                </a:moveTo>
                <a:cubicBezTo>
                  <a:pt x="52" y="44"/>
                  <a:pt x="74" y="26"/>
                  <a:pt x="99" y="17"/>
                </a:cubicBezTo>
                <a:cubicBezTo>
                  <a:pt x="148" y="-5"/>
                  <a:pt x="204" y="-5"/>
                  <a:pt x="253" y="14"/>
                </a:cubicBezTo>
                <a:cubicBezTo>
                  <a:pt x="200" y="14"/>
                  <a:pt x="154" y="17"/>
                  <a:pt x="108" y="38"/>
                </a:cubicBezTo>
                <a:cubicBezTo>
                  <a:pt x="87" y="47"/>
                  <a:pt x="65" y="60"/>
                  <a:pt x="47" y="75"/>
                </a:cubicBezTo>
                <a:cubicBezTo>
                  <a:pt x="31" y="91"/>
                  <a:pt x="13" y="109"/>
                  <a:pt x="0" y="131"/>
                </a:cubicBezTo>
                <a:cubicBezTo>
                  <a:pt x="4" y="106"/>
                  <a:pt x="15" y="81"/>
                  <a:pt x="34" y="6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160" rIns="90000" bIns="21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2" name="">
            <a:extLst xmlns:a="http://schemas.openxmlformats.org/drawingml/2006/main">
              <a:ext uri="{FF2B5EF4-FFF2-40B4-BE49-F238E27FC236}">
                <a16:creationId xmlns:a16="http://schemas.microsoft.com/office/drawing/2014/main" id="{A7B15B0E-39DB-4ED1-B713-A70E4E4611FC}"/>
              </a:ext>
            </a:extLst>
          </p:cNvPr>
          <p:cNvSpPr>
            <a:spLocks xmlns:a="http://schemas.openxmlformats.org/drawingml/2006/main" noGrp="1"/>
          </p:cNvSpPr>
          <p:nvPr/>
        </p:nvSpPr>
        <p:spPr>
          <a:xfrm xmlns:a="http://schemas.openxmlformats.org/drawingml/2006/main" rot="0" flipH="0" flipV="0">
            <a:off x="2947680" y="5136120"/>
            <a:ext cx="131040" cy="235800"/>
          </a:xfrm>
          <a:custGeom xmlns:a="http://schemas.openxmlformats.org/drawingml/2006/main">
            <a:rect l="0" t="0" r="r" b="b"/>
            <a:pathLst>
              <a:path w="364" h="655">
                <a:moveTo>
                  <a:pt x="290" y="615"/>
                </a:moveTo>
                <a:cubicBezTo>
                  <a:pt x="364" y="538"/>
                  <a:pt x="361" y="197"/>
                  <a:pt x="364" y="27"/>
                </a:cubicBezTo>
                <a:cubicBezTo>
                  <a:pt x="259" y="18"/>
                  <a:pt x="154" y="9"/>
                  <a:pt x="50" y="0"/>
                </a:cubicBezTo>
                <a:cubicBezTo>
                  <a:pt x="47" y="0"/>
                  <a:pt x="-39" y="541"/>
                  <a:pt x="22" y="615"/>
                </a:cubicBezTo>
                <a:cubicBezTo>
                  <a:pt x="68" y="670"/>
                  <a:pt x="238" y="667"/>
                  <a:pt x="290" y="61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3" name="">
            <a:extLst xmlns:a="http://schemas.openxmlformats.org/drawingml/2006/main">
              <a:ext uri="{FF2B5EF4-FFF2-40B4-BE49-F238E27FC236}">
                <a16:creationId xmlns:a16="http://schemas.microsoft.com/office/drawing/2014/main" id="{2D5B2CEF-25E6-43C6-A8E9-3835155602C5}"/>
              </a:ext>
            </a:extLst>
          </p:cNvPr>
          <p:cNvSpPr>
            <a:spLocks xmlns:a="http://schemas.openxmlformats.org/drawingml/2006/main" noGrp="1"/>
          </p:cNvSpPr>
          <p:nvPr/>
        </p:nvSpPr>
        <p:spPr>
          <a:xfrm xmlns:a="http://schemas.openxmlformats.org/drawingml/2006/main" rot="0" flipH="0" flipV="0">
            <a:off x="2832840" y="5136120"/>
            <a:ext cx="131040" cy="235800"/>
          </a:xfrm>
          <a:custGeom xmlns:a="http://schemas.openxmlformats.org/drawingml/2006/main">
            <a:rect l="0" t="0" r="r" b="b"/>
            <a:pathLst>
              <a:path w="364" h="655">
                <a:moveTo>
                  <a:pt x="74" y="615"/>
                </a:moveTo>
                <a:cubicBezTo>
                  <a:pt x="0" y="538"/>
                  <a:pt x="3" y="197"/>
                  <a:pt x="0" y="27"/>
                </a:cubicBezTo>
                <a:cubicBezTo>
                  <a:pt x="105" y="18"/>
                  <a:pt x="209" y="9"/>
                  <a:pt x="314" y="0"/>
                </a:cubicBezTo>
                <a:cubicBezTo>
                  <a:pt x="323" y="205"/>
                  <a:pt x="403" y="541"/>
                  <a:pt x="341" y="615"/>
                </a:cubicBezTo>
                <a:cubicBezTo>
                  <a:pt x="295" y="670"/>
                  <a:pt x="126" y="667"/>
                  <a:pt x="74" y="61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4" name="">
            <a:extLst xmlns:a="http://schemas.openxmlformats.org/drawingml/2006/main">
              <a:ext uri="{FF2B5EF4-FFF2-40B4-BE49-F238E27FC236}">
                <a16:creationId xmlns:a16="http://schemas.microsoft.com/office/drawing/2014/main" id="{D696E7B7-82AA-416F-A4B8-0083587BCD36}"/>
              </a:ext>
            </a:extLst>
          </p:cNvPr>
          <p:cNvSpPr>
            <a:spLocks xmlns:a="http://schemas.openxmlformats.org/drawingml/2006/main" noGrp="1"/>
          </p:cNvSpPr>
          <p:nvPr/>
        </p:nvSpPr>
        <p:spPr>
          <a:xfrm xmlns:a="http://schemas.openxmlformats.org/drawingml/2006/main" rot="0" flipH="0" flipV="0">
            <a:off x="2951280" y="5262120"/>
            <a:ext cx="9000" cy="95400"/>
          </a:xfrm>
          <a:custGeom xmlns:a="http://schemas.openxmlformats.org/drawingml/2006/main">
            <a:rect l="0" t="0" r="r" b="b"/>
            <a:pathLst>
              <a:path w="25" h="265">
                <a:moveTo>
                  <a:pt x="0" y="133"/>
                </a:moveTo>
                <a:cubicBezTo>
                  <a:pt x="0" y="90"/>
                  <a:pt x="3" y="44"/>
                  <a:pt x="12" y="0"/>
                </a:cubicBezTo>
                <a:cubicBezTo>
                  <a:pt x="21" y="44"/>
                  <a:pt x="25" y="90"/>
                  <a:pt x="25" y="133"/>
                </a:cubicBezTo>
                <a:cubicBezTo>
                  <a:pt x="21" y="179"/>
                  <a:pt x="21" y="222"/>
                  <a:pt x="12" y="265"/>
                </a:cubicBezTo>
                <a:cubicBezTo>
                  <a:pt x="3" y="222"/>
                  <a:pt x="0" y="176"/>
                  <a:pt x="0" y="13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5" name="">
            <a:extLst xmlns:a="http://schemas.openxmlformats.org/drawingml/2006/main">
              <a:ext uri="{FF2B5EF4-FFF2-40B4-BE49-F238E27FC236}">
                <a16:creationId xmlns:a16="http://schemas.microsoft.com/office/drawing/2014/main" id="{39337044-AEB8-464C-BF86-A2C84513B8B0}"/>
              </a:ext>
            </a:extLst>
          </p:cNvPr>
          <p:cNvSpPr>
            <a:spLocks xmlns:a="http://schemas.openxmlformats.org/drawingml/2006/main" noGrp="1"/>
          </p:cNvSpPr>
          <p:nvPr/>
        </p:nvSpPr>
        <p:spPr>
          <a:xfrm xmlns:a="http://schemas.openxmlformats.org/drawingml/2006/main" rot="0" flipH="0" flipV="0">
            <a:off x="2855880" y="5127120"/>
            <a:ext cx="199440" cy="192600"/>
          </a:xfrm>
          <a:custGeom xmlns:a="http://schemas.openxmlformats.org/drawingml/2006/main">
            <a:rect l="0" t="0" r="r" b="b"/>
            <a:pathLst>
              <a:path w="554" h="535">
                <a:moveTo>
                  <a:pt x="277" y="535"/>
                </a:moveTo>
                <a:cubicBezTo>
                  <a:pt x="185" y="440"/>
                  <a:pt x="0" y="390"/>
                  <a:pt x="0" y="252"/>
                </a:cubicBezTo>
                <a:cubicBezTo>
                  <a:pt x="0" y="113"/>
                  <a:pt x="123" y="0"/>
                  <a:pt x="277" y="0"/>
                </a:cubicBezTo>
                <a:cubicBezTo>
                  <a:pt x="431" y="0"/>
                  <a:pt x="554" y="113"/>
                  <a:pt x="554" y="252"/>
                </a:cubicBezTo>
                <a:cubicBezTo>
                  <a:pt x="554" y="390"/>
                  <a:pt x="369" y="440"/>
                  <a:pt x="277" y="53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6" name="">
            <a:extLst xmlns:a="http://schemas.openxmlformats.org/drawingml/2006/main">
              <a:ext uri="{FF2B5EF4-FFF2-40B4-BE49-F238E27FC236}">
                <a16:creationId xmlns:a16="http://schemas.microsoft.com/office/drawing/2014/main" id="{79EA2849-B360-4F65-81A8-F7E0FABCAAF1}"/>
              </a:ext>
            </a:extLst>
          </p:cNvPr>
          <p:cNvSpPr>
            <a:spLocks xmlns:a="http://schemas.openxmlformats.org/drawingml/2006/main" noGrp="1"/>
          </p:cNvSpPr>
          <p:nvPr/>
        </p:nvSpPr>
        <p:spPr>
          <a:xfrm xmlns:a="http://schemas.openxmlformats.org/drawingml/2006/main" rot="0" flipH="0" flipV="0">
            <a:off x="3033000" y="4707720"/>
            <a:ext cx="150120" cy="291240"/>
          </a:xfrm>
          <a:custGeom xmlns:a="http://schemas.openxmlformats.org/drawingml/2006/main">
            <a:rect l="0" t="0" r="r" b="b"/>
            <a:pathLst>
              <a:path w="417" h="809">
                <a:moveTo>
                  <a:pt x="37" y="354"/>
                </a:moveTo>
                <a:cubicBezTo>
                  <a:pt x="21" y="677"/>
                  <a:pt x="12" y="629"/>
                  <a:pt x="0" y="766"/>
                </a:cubicBezTo>
                <a:cubicBezTo>
                  <a:pt x="57" y="780"/>
                  <a:pt x="115" y="795"/>
                  <a:pt x="172" y="809"/>
                </a:cubicBezTo>
                <a:cubicBezTo>
                  <a:pt x="243" y="686"/>
                  <a:pt x="163" y="778"/>
                  <a:pt x="384" y="440"/>
                </a:cubicBezTo>
                <a:cubicBezTo>
                  <a:pt x="464" y="314"/>
                  <a:pt x="378" y="18"/>
                  <a:pt x="329" y="0"/>
                </a:cubicBezTo>
                <a:cubicBezTo>
                  <a:pt x="298" y="-9"/>
                  <a:pt x="43" y="188"/>
                  <a:pt x="37" y="35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7" name="">
            <a:extLst xmlns:a="http://schemas.openxmlformats.org/drawingml/2006/main">
              <a:ext uri="{FF2B5EF4-FFF2-40B4-BE49-F238E27FC236}">
                <a16:creationId xmlns:a16="http://schemas.microsoft.com/office/drawing/2014/main" id="{9A529F68-5EC0-405C-847D-99BB4497CDED}"/>
              </a:ext>
            </a:extLst>
          </p:cNvPr>
          <p:cNvSpPr>
            <a:spLocks xmlns:a="http://schemas.openxmlformats.org/drawingml/2006/main" noGrp="1"/>
          </p:cNvSpPr>
          <p:nvPr/>
        </p:nvSpPr>
        <p:spPr>
          <a:xfrm xmlns:a="http://schemas.openxmlformats.org/drawingml/2006/main" rot="0" flipH="0" flipV="0">
            <a:off x="3044880" y="4766040"/>
            <a:ext cx="109080" cy="230400"/>
          </a:xfrm>
          <a:custGeom xmlns:a="http://schemas.openxmlformats.org/drawingml/2006/main">
            <a:rect l="0" t="0" r="r" b="b"/>
            <a:pathLst>
              <a:path w="303" h="640">
                <a:moveTo>
                  <a:pt x="77" y="210"/>
                </a:moveTo>
                <a:cubicBezTo>
                  <a:pt x="19" y="523"/>
                  <a:pt x="26" y="478"/>
                  <a:pt x="0" y="612"/>
                </a:cubicBezTo>
                <a:cubicBezTo>
                  <a:pt x="38" y="622"/>
                  <a:pt x="76" y="631"/>
                  <a:pt x="114" y="640"/>
                </a:cubicBezTo>
                <a:cubicBezTo>
                  <a:pt x="169" y="513"/>
                  <a:pt x="114" y="618"/>
                  <a:pt x="280" y="258"/>
                </a:cubicBezTo>
                <a:cubicBezTo>
                  <a:pt x="324" y="167"/>
                  <a:pt x="299" y="16"/>
                  <a:pt x="253" y="1"/>
                </a:cubicBezTo>
                <a:cubicBezTo>
                  <a:pt x="222" y="-8"/>
                  <a:pt x="102" y="81"/>
                  <a:pt x="77" y="21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8" name="">
            <a:extLst xmlns:a="http://schemas.openxmlformats.org/drawingml/2006/main">
              <a:ext uri="{FF2B5EF4-FFF2-40B4-BE49-F238E27FC236}">
                <a16:creationId xmlns:a16="http://schemas.microsoft.com/office/drawing/2014/main" id="{33614E5B-E2B8-4BA2-8BE6-A17E37B014AC}"/>
              </a:ext>
            </a:extLst>
          </p:cNvPr>
          <p:cNvSpPr>
            <a:spLocks xmlns:a="http://schemas.openxmlformats.org/drawingml/2006/main" noGrp="1"/>
          </p:cNvSpPr>
          <p:nvPr/>
        </p:nvSpPr>
        <p:spPr>
          <a:xfrm xmlns:a="http://schemas.openxmlformats.org/drawingml/2006/main" rot="0" flipH="0" flipV="0">
            <a:off x="2727360" y="4707720"/>
            <a:ext cx="150840" cy="291240"/>
          </a:xfrm>
          <a:custGeom xmlns:a="http://schemas.openxmlformats.org/drawingml/2006/main">
            <a:rect l="0" t="0" r="r" b="b"/>
            <a:pathLst>
              <a:path w="419" h="809">
                <a:moveTo>
                  <a:pt x="382" y="354"/>
                </a:moveTo>
                <a:cubicBezTo>
                  <a:pt x="397" y="677"/>
                  <a:pt x="406" y="629"/>
                  <a:pt x="419" y="766"/>
                </a:cubicBezTo>
                <a:cubicBezTo>
                  <a:pt x="361" y="780"/>
                  <a:pt x="304" y="795"/>
                  <a:pt x="247" y="809"/>
                </a:cubicBezTo>
                <a:cubicBezTo>
                  <a:pt x="176" y="686"/>
                  <a:pt x="256" y="778"/>
                  <a:pt x="34" y="440"/>
                </a:cubicBezTo>
                <a:cubicBezTo>
                  <a:pt x="-49" y="314"/>
                  <a:pt x="40" y="18"/>
                  <a:pt x="90" y="0"/>
                </a:cubicBezTo>
                <a:cubicBezTo>
                  <a:pt x="120" y="-9"/>
                  <a:pt x="376" y="188"/>
                  <a:pt x="382" y="35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691C9C47-0A30-49F5-9251-669CAE85A59F}"/>
              </a:ext>
            </a:extLst>
          </p:cNvPr>
          <p:cNvSpPr>
            <a:spLocks xmlns:a="http://schemas.openxmlformats.org/drawingml/2006/main" noGrp="1"/>
          </p:cNvSpPr>
          <p:nvPr/>
        </p:nvSpPr>
        <p:spPr>
          <a:xfrm xmlns:a="http://schemas.openxmlformats.org/drawingml/2006/main" rot="0" flipH="0" flipV="0">
            <a:off x="2756880" y="4766040"/>
            <a:ext cx="109080" cy="231480"/>
          </a:xfrm>
          <a:custGeom xmlns:a="http://schemas.openxmlformats.org/drawingml/2006/main">
            <a:rect l="0" t="0" r="r" b="b"/>
            <a:pathLst>
              <a:path w="303" h="643">
                <a:moveTo>
                  <a:pt x="226" y="210"/>
                </a:moveTo>
                <a:cubicBezTo>
                  <a:pt x="285" y="523"/>
                  <a:pt x="277" y="478"/>
                  <a:pt x="303" y="612"/>
                </a:cubicBezTo>
                <a:cubicBezTo>
                  <a:pt x="266" y="623"/>
                  <a:pt x="229" y="633"/>
                  <a:pt x="192" y="643"/>
                </a:cubicBezTo>
                <a:cubicBezTo>
                  <a:pt x="136" y="516"/>
                  <a:pt x="192" y="622"/>
                  <a:pt x="23" y="262"/>
                </a:cubicBezTo>
                <a:cubicBezTo>
                  <a:pt x="-20" y="167"/>
                  <a:pt x="1" y="16"/>
                  <a:pt x="51" y="1"/>
                </a:cubicBezTo>
                <a:cubicBezTo>
                  <a:pt x="81" y="-8"/>
                  <a:pt x="201" y="81"/>
                  <a:pt x="226" y="21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CB9D86FB-51AA-448B-9B62-0CE19B6B93AB}"/>
              </a:ext>
            </a:extLst>
          </p:cNvPr>
          <p:cNvSpPr>
            <a:spLocks xmlns:a="http://schemas.openxmlformats.org/drawingml/2006/main" noGrp="1"/>
          </p:cNvSpPr>
          <p:nvPr/>
        </p:nvSpPr>
        <p:spPr>
          <a:xfrm xmlns:a="http://schemas.openxmlformats.org/drawingml/2006/main" rot="0" flipH="0" flipV="0">
            <a:off x="2752560" y="4884840"/>
            <a:ext cx="405720" cy="355680"/>
          </a:xfrm>
          <a:custGeom xmlns:a="http://schemas.openxmlformats.org/drawingml/2006/main">
            <a:rect l="0" t="0" r="r" b="b"/>
            <a:pathLst>
              <a:path w="1127" h="988">
                <a:moveTo>
                  <a:pt x="564" y="0"/>
                </a:moveTo>
                <a:cubicBezTo>
                  <a:pt x="874" y="0"/>
                  <a:pt x="1016" y="133"/>
                  <a:pt x="1016" y="317"/>
                </a:cubicBezTo>
                <a:cubicBezTo>
                  <a:pt x="1016" y="471"/>
                  <a:pt x="1249" y="699"/>
                  <a:pt x="1040" y="849"/>
                </a:cubicBezTo>
                <a:cubicBezTo>
                  <a:pt x="939" y="923"/>
                  <a:pt x="766" y="988"/>
                  <a:pt x="564" y="988"/>
                </a:cubicBezTo>
                <a:cubicBezTo>
                  <a:pt x="361" y="988"/>
                  <a:pt x="189" y="923"/>
                  <a:pt x="87" y="849"/>
                </a:cubicBezTo>
                <a:cubicBezTo>
                  <a:pt x="-122" y="696"/>
                  <a:pt x="112" y="471"/>
                  <a:pt x="112" y="317"/>
                </a:cubicBezTo>
                <a:cubicBezTo>
                  <a:pt x="112" y="133"/>
                  <a:pt x="250" y="0"/>
                  <a:pt x="564"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 name="">
            <a:extLst xmlns:a="http://schemas.openxmlformats.org/drawingml/2006/main">
              <a:ext uri="{FF2B5EF4-FFF2-40B4-BE49-F238E27FC236}">
                <a16:creationId xmlns:a16="http://schemas.microsoft.com/office/drawing/2014/main" id="{058ABB42-39B1-47AB-8721-41D2C2064E7D}"/>
              </a:ext>
            </a:extLst>
          </p:cNvPr>
          <p:cNvSpPr>
            <a:spLocks xmlns:a="http://schemas.openxmlformats.org/drawingml/2006/main" noGrp="1"/>
          </p:cNvSpPr>
          <p:nvPr/>
        </p:nvSpPr>
        <p:spPr>
          <a:xfrm xmlns:a="http://schemas.openxmlformats.org/drawingml/2006/main" rot="0" flipH="0" flipV="0">
            <a:off x="2777040" y="4933440"/>
            <a:ext cx="354600" cy="294480"/>
          </a:xfrm>
          <a:custGeom xmlns:a="http://schemas.openxmlformats.org/drawingml/2006/main">
            <a:rect l="0" t="0" r="r" b="b"/>
            <a:pathLst>
              <a:path w="985" h="818">
                <a:moveTo>
                  <a:pt x="536" y="28"/>
                </a:moveTo>
                <a:cubicBezTo>
                  <a:pt x="509" y="-9"/>
                  <a:pt x="484" y="-9"/>
                  <a:pt x="456" y="28"/>
                </a:cubicBezTo>
                <a:cubicBezTo>
                  <a:pt x="392" y="111"/>
                  <a:pt x="290" y="290"/>
                  <a:pt x="284" y="438"/>
                </a:cubicBezTo>
                <a:cubicBezTo>
                  <a:pt x="167" y="422"/>
                  <a:pt x="35" y="428"/>
                  <a:pt x="7" y="490"/>
                </a:cubicBezTo>
                <a:cubicBezTo>
                  <a:pt x="-45" y="612"/>
                  <a:pt x="201" y="818"/>
                  <a:pt x="493" y="818"/>
                </a:cubicBezTo>
                <a:cubicBezTo>
                  <a:pt x="789" y="818"/>
                  <a:pt x="1031" y="612"/>
                  <a:pt x="978" y="490"/>
                </a:cubicBezTo>
                <a:cubicBezTo>
                  <a:pt x="958" y="428"/>
                  <a:pt x="822" y="422"/>
                  <a:pt x="709" y="438"/>
                </a:cubicBezTo>
                <a:cubicBezTo>
                  <a:pt x="702" y="290"/>
                  <a:pt x="601" y="111"/>
                  <a:pt x="536"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2" name="">
            <a:extLst xmlns:a="http://schemas.openxmlformats.org/drawingml/2006/main">
              <a:ext uri="{FF2B5EF4-FFF2-40B4-BE49-F238E27FC236}">
                <a16:creationId xmlns:a16="http://schemas.microsoft.com/office/drawing/2014/main" id="{9451B701-62FF-4632-A1F7-1144CE39CD15}"/>
              </a:ext>
            </a:extLst>
          </p:cNvPr>
          <p:cNvSpPr>
            <a:spLocks xmlns:a="http://schemas.openxmlformats.org/drawingml/2006/main" noGrp="1"/>
          </p:cNvSpPr>
          <p:nvPr/>
        </p:nvSpPr>
        <p:spPr>
          <a:xfrm xmlns:a="http://schemas.openxmlformats.org/drawingml/2006/main" rot="0" flipH="0" flipV="0">
            <a:off x="2871720" y="5143680"/>
            <a:ext cx="167760" cy="60840"/>
          </a:xfrm>
          <a:custGeom xmlns:a="http://schemas.openxmlformats.org/drawingml/2006/main">
            <a:rect l="0" t="0" r="r" b="b"/>
            <a:pathLst>
              <a:path w="466" h="169">
                <a:moveTo>
                  <a:pt x="372" y="62"/>
                </a:moveTo>
                <a:cubicBezTo>
                  <a:pt x="338" y="65"/>
                  <a:pt x="301" y="56"/>
                  <a:pt x="273" y="37"/>
                </a:cubicBezTo>
                <a:cubicBezTo>
                  <a:pt x="258" y="28"/>
                  <a:pt x="246" y="16"/>
                  <a:pt x="233" y="0"/>
                </a:cubicBezTo>
                <a:cubicBezTo>
                  <a:pt x="224" y="16"/>
                  <a:pt x="209" y="28"/>
                  <a:pt x="193" y="37"/>
                </a:cubicBezTo>
                <a:cubicBezTo>
                  <a:pt x="162" y="56"/>
                  <a:pt x="129" y="65"/>
                  <a:pt x="95" y="62"/>
                </a:cubicBezTo>
                <a:cubicBezTo>
                  <a:pt x="61" y="62"/>
                  <a:pt x="27" y="49"/>
                  <a:pt x="2" y="28"/>
                </a:cubicBezTo>
                <a:cubicBezTo>
                  <a:pt x="-13" y="16"/>
                  <a:pt x="67" y="169"/>
                  <a:pt x="233" y="169"/>
                </a:cubicBezTo>
                <a:cubicBezTo>
                  <a:pt x="399" y="169"/>
                  <a:pt x="479" y="16"/>
                  <a:pt x="464" y="28"/>
                </a:cubicBezTo>
                <a:cubicBezTo>
                  <a:pt x="439" y="46"/>
                  <a:pt x="406" y="59"/>
                  <a:pt x="372" y="6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5840" rIns="90000" bIns="15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 name="">
            <a:extLst xmlns:a="http://schemas.openxmlformats.org/drawingml/2006/main">
              <a:ext uri="{FF2B5EF4-FFF2-40B4-BE49-F238E27FC236}">
                <a16:creationId xmlns:a16="http://schemas.microsoft.com/office/drawing/2014/main" id="{71DB296C-FE7A-4E77-BF1B-DD7A9F1E7AFC}"/>
              </a:ext>
            </a:extLst>
          </p:cNvPr>
          <p:cNvSpPr>
            <a:spLocks xmlns:a="http://schemas.openxmlformats.org/drawingml/2006/main" noGrp="1"/>
          </p:cNvSpPr>
          <p:nvPr/>
        </p:nvSpPr>
        <p:spPr>
          <a:xfrm xmlns:a="http://schemas.openxmlformats.org/drawingml/2006/main" rot="0" flipH="0" flipV="0">
            <a:off x="3000240" y="4977000"/>
            <a:ext cx="98280" cy="117000"/>
          </a:xfrm>
          <a:custGeom xmlns:a="http://schemas.openxmlformats.org/drawingml/2006/main">
            <a:rect l="0" t="0" r="r" b="b"/>
            <a:pathLst>
              <a:path w="273" h="325">
                <a:moveTo>
                  <a:pt x="95" y="9"/>
                </a:moveTo>
                <a:cubicBezTo>
                  <a:pt x="187" y="-28"/>
                  <a:pt x="249" y="61"/>
                  <a:pt x="264" y="110"/>
                </a:cubicBezTo>
                <a:cubicBezTo>
                  <a:pt x="289" y="184"/>
                  <a:pt x="258" y="267"/>
                  <a:pt x="249" y="286"/>
                </a:cubicBezTo>
                <a:cubicBezTo>
                  <a:pt x="242" y="298"/>
                  <a:pt x="175" y="357"/>
                  <a:pt x="24" y="301"/>
                </a:cubicBezTo>
                <a:cubicBezTo>
                  <a:pt x="27" y="301"/>
                  <a:pt x="-13" y="218"/>
                  <a:pt x="5" y="141"/>
                </a:cubicBezTo>
                <a:cubicBezTo>
                  <a:pt x="35" y="97"/>
                  <a:pt x="15" y="40"/>
                  <a:pt x="95"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 name="">
            <a:extLst xmlns:a="http://schemas.openxmlformats.org/drawingml/2006/main">
              <a:ext uri="{FF2B5EF4-FFF2-40B4-BE49-F238E27FC236}">
                <a16:creationId xmlns:a16="http://schemas.microsoft.com/office/drawing/2014/main" id="{6A677BCA-24A0-4854-A201-22B1C2A04112}"/>
              </a:ext>
            </a:extLst>
          </p:cNvPr>
          <p:cNvSpPr>
            <a:spLocks xmlns:a="http://schemas.openxmlformats.org/drawingml/2006/main" noGrp="1"/>
          </p:cNvSpPr>
          <p:nvPr/>
        </p:nvSpPr>
        <p:spPr>
          <a:xfrm xmlns:a="http://schemas.openxmlformats.org/drawingml/2006/main" rot="0" flipH="0" flipV="0">
            <a:off x="3001680" y="4970520"/>
            <a:ext cx="102960" cy="126360"/>
          </a:xfrm>
          <a:custGeom xmlns:a="http://schemas.openxmlformats.org/drawingml/2006/main">
            <a:rect l="0" t="0" r="r" b="b"/>
            <a:pathLst>
              <a:path w="286" h="351">
                <a:moveTo>
                  <a:pt x="34" y="57"/>
                </a:moveTo>
                <a:cubicBezTo>
                  <a:pt x="47" y="41"/>
                  <a:pt x="59" y="29"/>
                  <a:pt x="74" y="20"/>
                </a:cubicBezTo>
                <a:cubicBezTo>
                  <a:pt x="80" y="14"/>
                  <a:pt x="90" y="10"/>
                  <a:pt x="99" y="7"/>
                </a:cubicBezTo>
                <a:cubicBezTo>
                  <a:pt x="108" y="4"/>
                  <a:pt x="117" y="1"/>
                  <a:pt x="127" y="1"/>
                </a:cubicBezTo>
                <a:cubicBezTo>
                  <a:pt x="164" y="-5"/>
                  <a:pt x="200" y="14"/>
                  <a:pt x="225" y="38"/>
                </a:cubicBezTo>
                <a:cubicBezTo>
                  <a:pt x="250" y="63"/>
                  <a:pt x="270" y="98"/>
                  <a:pt x="280" y="134"/>
                </a:cubicBezTo>
                <a:cubicBezTo>
                  <a:pt x="289" y="171"/>
                  <a:pt x="287" y="210"/>
                  <a:pt x="277" y="247"/>
                </a:cubicBezTo>
                <a:cubicBezTo>
                  <a:pt x="274" y="266"/>
                  <a:pt x="268" y="284"/>
                  <a:pt x="259" y="300"/>
                </a:cubicBezTo>
                <a:cubicBezTo>
                  <a:pt x="258" y="302"/>
                  <a:pt x="257" y="304"/>
                  <a:pt x="256" y="306"/>
                </a:cubicBezTo>
                <a:cubicBezTo>
                  <a:pt x="256" y="309"/>
                  <a:pt x="256" y="312"/>
                  <a:pt x="256" y="315"/>
                </a:cubicBezTo>
                <a:cubicBezTo>
                  <a:pt x="255" y="316"/>
                  <a:pt x="254" y="317"/>
                  <a:pt x="253" y="318"/>
                </a:cubicBezTo>
                <a:cubicBezTo>
                  <a:pt x="250" y="321"/>
                  <a:pt x="247" y="324"/>
                  <a:pt x="240" y="327"/>
                </a:cubicBezTo>
                <a:cubicBezTo>
                  <a:pt x="231" y="334"/>
                  <a:pt x="225" y="337"/>
                  <a:pt x="216" y="340"/>
                </a:cubicBezTo>
                <a:cubicBezTo>
                  <a:pt x="182" y="352"/>
                  <a:pt x="148" y="352"/>
                  <a:pt x="114" y="349"/>
                </a:cubicBezTo>
                <a:cubicBezTo>
                  <a:pt x="80" y="343"/>
                  <a:pt x="50" y="334"/>
                  <a:pt x="19" y="318"/>
                </a:cubicBezTo>
                <a:cubicBezTo>
                  <a:pt x="50" y="324"/>
                  <a:pt x="83" y="334"/>
                  <a:pt x="114" y="334"/>
                </a:cubicBezTo>
                <a:cubicBezTo>
                  <a:pt x="144" y="334"/>
                  <a:pt x="179" y="330"/>
                  <a:pt x="207" y="318"/>
                </a:cubicBezTo>
                <a:cubicBezTo>
                  <a:pt x="213" y="315"/>
                  <a:pt x="219" y="312"/>
                  <a:pt x="225" y="306"/>
                </a:cubicBezTo>
                <a:cubicBezTo>
                  <a:pt x="228" y="303"/>
                  <a:pt x="231" y="303"/>
                  <a:pt x="231" y="300"/>
                </a:cubicBezTo>
                <a:cubicBezTo>
                  <a:pt x="232" y="298"/>
                  <a:pt x="233" y="296"/>
                  <a:pt x="234" y="294"/>
                </a:cubicBezTo>
                <a:cubicBezTo>
                  <a:pt x="240" y="278"/>
                  <a:pt x="244" y="263"/>
                  <a:pt x="250" y="247"/>
                </a:cubicBezTo>
                <a:cubicBezTo>
                  <a:pt x="256" y="214"/>
                  <a:pt x="259" y="180"/>
                  <a:pt x="250" y="149"/>
                </a:cubicBezTo>
                <a:cubicBezTo>
                  <a:pt x="244" y="118"/>
                  <a:pt x="225" y="90"/>
                  <a:pt x="204" y="69"/>
                </a:cubicBezTo>
                <a:cubicBezTo>
                  <a:pt x="182" y="47"/>
                  <a:pt x="154" y="32"/>
                  <a:pt x="127" y="35"/>
                </a:cubicBezTo>
                <a:cubicBezTo>
                  <a:pt x="120" y="35"/>
                  <a:pt x="111" y="35"/>
                  <a:pt x="105" y="38"/>
                </a:cubicBezTo>
                <a:cubicBezTo>
                  <a:pt x="99" y="41"/>
                  <a:pt x="90" y="41"/>
                  <a:pt x="84" y="44"/>
                </a:cubicBezTo>
                <a:cubicBezTo>
                  <a:pt x="68" y="50"/>
                  <a:pt x="56" y="60"/>
                  <a:pt x="47" y="72"/>
                </a:cubicBezTo>
                <a:cubicBezTo>
                  <a:pt x="25" y="90"/>
                  <a:pt x="10" y="121"/>
                  <a:pt x="0" y="158"/>
                </a:cubicBezTo>
                <a:cubicBezTo>
                  <a:pt x="0" y="121"/>
                  <a:pt x="13" y="87"/>
                  <a:pt x="34" y="5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5B27AA01-7C7E-44B5-BD54-0A07857C86C3}"/>
              </a:ext>
            </a:extLst>
          </p:cNvPr>
          <p:cNvSpPr>
            <a:spLocks xmlns:a="http://schemas.openxmlformats.org/drawingml/2006/main" noGrp="1"/>
          </p:cNvSpPr>
          <p:nvPr/>
        </p:nvSpPr>
        <p:spPr>
          <a:xfrm xmlns:a="http://schemas.openxmlformats.org/drawingml/2006/main" rot="0" flipH="0" flipV="0">
            <a:off x="3015000" y="5004720"/>
            <a:ext cx="57600" cy="70560"/>
          </a:xfrm>
          <a:custGeom xmlns:a="http://schemas.openxmlformats.org/drawingml/2006/main">
            <a:rect l="0" t="0" r="r" b="b"/>
            <a:pathLst>
              <a:path w="160" h="196">
                <a:moveTo>
                  <a:pt x="160" y="98"/>
                </a:moveTo>
                <a:cubicBezTo>
                  <a:pt x="160" y="115"/>
                  <a:pt x="157" y="132"/>
                  <a:pt x="150" y="147"/>
                </a:cubicBezTo>
                <a:cubicBezTo>
                  <a:pt x="143" y="162"/>
                  <a:pt x="132" y="174"/>
                  <a:pt x="120" y="183"/>
                </a:cubicBezTo>
                <a:cubicBezTo>
                  <a:pt x="107" y="191"/>
                  <a:pt x="94" y="196"/>
                  <a:pt x="80" y="196"/>
                </a:cubicBezTo>
                <a:cubicBezTo>
                  <a:pt x="66" y="196"/>
                  <a:pt x="52" y="191"/>
                  <a:pt x="40" y="183"/>
                </a:cubicBezTo>
                <a:cubicBezTo>
                  <a:pt x="27" y="174"/>
                  <a:pt x="18" y="162"/>
                  <a:pt x="11" y="147"/>
                </a:cubicBezTo>
                <a:cubicBezTo>
                  <a:pt x="4" y="132"/>
                  <a:pt x="0" y="115"/>
                  <a:pt x="0" y="98"/>
                </a:cubicBezTo>
                <a:cubicBezTo>
                  <a:pt x="0" y="81"/>
                  <a:pt x="4" y="64"/>
                  <a:pt x="11" y="49"/>
                </a:cubicBezTo>
                <a:cubicBezTo>
                  <a:pt x="18" y="34"/>
                  <a:pt x="27" y="21"/>
                  <a:pt x="40" y="13"/>
                </a:cubicBezTo>
                <a:cubicBezTo>
                  <a:pt x="52" y="4"/>
                  <a:pt x="66" y="0"/>
                  <a:pt x="80" y="0"/>
                </a:cubicBezTo>
                <a:cubicBezTo>
                  <a:pt x="94" y="0"/>
                  <a:pt x="107" y="4"/>
                  <a:pt x="120" y="13"/>
                </a:cubicBezTo>
                <a:cubicBezTo>
                  <a:pt x="132" y="21"/>
                  <a:pt x="143" y="34"/>
                  <a:pt x="150" y="49"/>
                </a:cubicBezTo>
                <a:cubicBezTo>
                  <a:pt x="157" y="64"/>
                  <a:pt x="160" y="81"/>
                  <a:pt x="160" y="9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560" rIns="90000" bIns="255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71592CE1-948B-48D3-ABC1-19CF6029DD7F}"/>
              </a:ext>
            </a:extLst>
          </p:cNvPr>
          <p:cNvSpPr>
            <a:spLocks xmlns:a="http://schemas.openxmlformats.org/drawingml/2006/main" noGrp="1"/>
          </p:cNvSpPr>
          <p:nvPr/>
        </p:nvSpPr>
        <p:spPr>
          <a:xfrm xmlns:a="http://schemas.openxmlformats.org/drawingml/2006/main" rot="0" flipH="0" flipV="0">
            <a:off x="2812680" y="4977000"/>
            <a:ext cx="97200" cy="117000"/>
          </a:xfrm>
          <a:custGeom xmlns:a="http://schemas.openxmlformats.org/drawingml/2006/main">
            <a:rect l="0" t="0" r="r" b="b"/>
            <a:pathLst>
              <a:path w="270" h="325">
                <a:moveTo>
                  <a:pt x="178" y="9"/>
                </a:moveTo>
                <a:cubicBezTo>
                  <a:pt x="86" y="-28"/>
                  <a:pt x="25" y="61"/>
                  <a:pt x="10" y="110"/>
                </a:cubicBezTo>
                <a:cubicBezTo>
                  <a:pt x="-15" y="184"/>
                  <a:pt x="15" y="267"/>
                  <a:pt x="25" y="286"/>
                </a:cubicBezTo>
                <a:cubicBezTo>
                  <a:pt x="30" y="298"/>
                  <a:pt x="99" y="357"/>
                  <a:pt x="249" y="301"/>
                </a:cubicBezTo>
                <a:cubicBezTo>
                  <a:pt x="245" y="301"/>
                  <a:pt x="282" y="218"/>
                  <a:pt x="267" y="141"/>
                </a:cubicBezTo>
                <a:cubicBezTo>
                  <a:pt x="238" y="97"/>
                  <a:pt x="258" y="40"/>
                  <a:pt x="178"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 name="">
            <a:extLst xmlns:a="http://schemas.openxmlformats.org/drawingml/2006/main">
              <a:ext uri="{FF2B5EF4-FFF2-40B4-BE49-F238E27FC236}">
                <a16:creationId xmlns:a16="http://schemas.microsoft.com/office/drawing/2014/main" id="{202F61AF-3F7F-40A0-B6D9-9F920815FF47}"/>
              </a:ext>
            </a:extLst>
          </p:cNvPr>
          <p:cNvSpPr>
            <a:spLocks xmlns:a="http://schemas.openxmlformats.org/drawingml/2006/main" noGrp="1"/>
          </p:cNvSpPr>
          <p:nvPr/>
        </p:nvSpPr>
        <p:spPr>
          <a:xfrm xmlns:a="http://schemas.openxmlformats.org/drawingml/2006/main" rot="0" flipH="0" flipV="0">
            <a:off x="2805840" y="4971600"/>
            <a:ext cx="103320" cy="124560"/>
          </a:xfrm>
          <a:custGeom xmlns:a="http://schemas.openxmlformats.org/drawingml/2006/main">
            <a:rect l="0" t="0" r="r" b="b"/>
            <a:pathLst>
              <a:path w="287" h="346">
                <a:moveTo>
                  <a:pt x="241" y="66"/>
                </a:moveTo>
                <a:cubicBezTo>
                  <a:pt x="229" y="54"/>
                  <a:pt x="216" y="44"/>
                  <a:pt x="204" y="38"/>
                </a:cubicBezTo>
                <a:cubicBezTo>
                  <a:pt x="198" y="35"/>
                  <a:pt x="189" y="32"/>
                  <a:pt x="182" y="32"/>
                </a:cubicBezTo>
                <a:cubicBezTo>
                  <a:pt x="176" y="29"/>
                  <a:pt x="167" y="29"/>
                  <a:pt x="161" y="29"/>
                </a:cubicBezTo>
                <a:cubicBezTo>
                  <a:pt x="133" y="29"/>
                  <a:pt x="102" y="41"/>
                  <a:pt x="84" y="63"/>
                </a:cubicBezTo>
                <a:cubicBezTo>
                  <a:pt x="62" y="84"/>
                  <a:pt x="44" y="115"/>
                  <a:pt x="38" y="143"/>
                </a:cubicBezTo>
                <a:cubicBezTo>
                  <a:pt x="32" y="174"/>
                  <a:pt x="32" y="207"/>
                  <a:pt x="38" y="241"/>
                </a:cubicBezTo>
                <a:cubicBezTo>
                  <a:pt x="41" y="257"/>
                  <a:pt x="47" y="275"/>
                  <a:pt x="53" y="287"/>
                </a:cubicBezTo>
                <a:cubicBezTo>
                  <a:pt x="54" y="289"/>
                  <a:pt x="55" y="292"/>
                  <a:pt x="56" y="294"/>
                </a:cubicBezTo>
                <a:cubicBezTo>
                  <a:pt x="59" y="297"/>
                  <a:pt x="62" y="297"/>
                  <a:pt x="62" y="300"/>
                </a:cubicBezTo>
                <a:cubicBezTo>
                  <a:pt x="69" y="303"/>
                  <a:pt x="75" y="309"/>
                  <a:pt x="81" y="312"/>
                </a:cubicBezTo>
                <a:cubicBezTo>
                  <a:pt x="109" y="324"/>
                  <a:pt x="139" y="331"/>
                  <a:pt x="173" y="327"/>
                </a:cubicBezTo>
                <a:cubicBezTo>
                  <a:pt x="204" y="327"/>
                  <a:pt x="238" y="321"/>
                  <a:pt x="269" y="312"/>
                </a:cubicBezTo>
                <a:cubicBezTo>
                  <a:pt x="238" y="327"/>
                  <a:pt x="207" y="337"/>
                  <a:pt x="173" y="343"/>
                </a:cubicBezTo>
                <a:cubicBezTo>
                  <a:pt x="139" y="349"/>
                  <a:pt x="105" y="346"/>
                  <a:pt x="72" y="334"/>
                </a:cubicBezTo>
                <a:cubicBezTo>
                  <a:pt x="62" y="331"/>
                  <a:pt x="56" y="327"/>
                  <a:pt x="47" y="321"/>
                </a:cubicBezTo>
                <a:cubicBezTo>
                  <a:pt x="44" y="318"/>
                  <a:pt x="38" y="315"/>
                  <a:pt x="35" y="312"/>
                </a:cubicBezTo>
                <a:cubicBezTo>
                  <a:pt x="34" y="311"/>
                  <a:pt x="33" y="310"/>
                  <a:pt x="32" y="309"/>
                </a:cubicBezTo>
                <a:cubicBezTo>
                  <a:pt x="31" y="308"/>
                  <a:pt x="30" y="307"/>
                  <a:pt x="29" y="306"/>
                </a:cubicBezTo>
                <a:cubicBezTo>
                  <a:pt x="29" y="305"/>
                  <a:pt x="29" y="304"/>
                  <a:pt x="29" y="303"/>
                </a:cubicBezTo>
                <a:cubicBezTo>
                  <a:pt x="28" y="302"/>
                  <a:pt x="27" y="301"/>
                  <a:pt x="25" y="300"/>
                </a:cubicBezTo>
                <a:cubicBezTo>
                  <a:pt x="19" y="281"/>
                  <a:pt x="13" y="266"/>
                  <a:pt x="7" y="247"/>
                </a:cubicBezTo>
                <a:cubicBezTo>
                  <a:pt x="-2" y="211"/>
                  <a:pt x="-2" y="174"/>
                  <a:pt x="4" y="134"/>
                </a:cubicBezTo>
                <a:cubicBezTo>
                  <a:pt x="13" y="97"/>
                  <a:pt x="35" y="63"/>
                  <a:pt x="59" y="38"/>
                </a:cubicBezTo>
                <a:cubicBezTo>
                  <a:pt x="87" y="14"/>
                  <a:pt x="121" y="-5"/>
                  <a:pt x="158" y="1"/>
                </a:cubicBezTo>
                <a:cubicBezTo>
                  <a:pt x="167" y="1"/>
                  <a:pt x="176" y="4"/>
                  <a:pt x="185" y="7"/>
                </a:cubicBezTo>
                <a:cubicBezTo>
                  <a:pt x="195" y="11"/>
                  <a:pt x="201" y="14"/>
                  <a:pt x="210" y="20"/>
                </a:cubicBezTo>
                <a:cubicBezTo>
                  <a:pt x="225" y="29"/>
                  <a:pt x="238" y="41"/>
                  <a:pt x="250" y="57"/>
                </a:cubicBezTo>
                <a:cubicBezTo>
                  <a:pt x="272" y="81"/>
                  <a:pt x="284" y="118"/>
                  <a:pt x="287" y="155"/>
                </a:cubicBezTo>
                <a:cubicBezTo>
                  <a:pt x="278" y="121"/>
                  <a:pt x="265" y="87"/>
                  <a:pt x="241" y="6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 name="">
            <a:extLst xmlns:a="http://schemas.openxmlformats.org/drawingml/2006/main">
              <a:ext uri="{FF2B5EF4-FFF2-40B4-BE49-F238E27FC236}">
                <a16:creationId xmlns:a16="http://schemas.microsoft.com/office/drawing/2014/main" id="{955F9898-E81E-41D6-BF28-A09618535402}"/>
              </a:ext>
            </a:extLst>
          </p:cNvPr>
          <p:cNvSpPr>
            <a:spLocks xmlns:a="http://schemas.openxmlformats.org/drawingml/2006/main" noGrp="1"/>
          </p:cNvSpPr>
          <p:nvPr/>
        </p:nvSpPr>
        <p:spPr>
          <a:xfrm xmlns:a="http://schemas.openxmlformats.org/drawingml/2006/main" rot="0" flipH="0" flipV="0">
            <a:off x="2837160" y="5004720"/>
            <a:ext cx="57600" cy="70560"/>
          </a:xfrm>
          <a:custGeom xmlns:a="http://schemas.openxmlformats.org/drawingml/2006/main">
            <a:rect l="0" t="0" r="r" b="b"/>
            <a:pathLst>
              <a:path w="160" h="196">
                <a:moveTo>
                  <a:pt x="160" y="98"/>
                </a:moveTo>
                <a:cubicBezTo>
                  <a:pt x="160" y="115"/>
                  <a:pt x="156" y="132"/>
                  <a:pt x="149" y="147"/>
                </a:cubicBezTo>
                <a:cubicBezTo>
                  <a:pt x="142" y="162"/>
                  <a:pt x="132" y="174"/>
                  <a:pt x="120" y="183"/>
                </a:cubicBezTo>
                <a:cubicBezTo>
                  <a:pt x="108" y="191"/>
                  <a:pt x="94" y="196"/>
                  <a:pt x="80" y="196"/>
                </a:cubicBezTo>
                <a:cubicBezTo>
                  <a:pt x="66" y="196"/>
                  <a:pt x="52" y="191"/>
                  <a:pt x="40" y="183"/>
                </a:cubicBezTo>
                <a:cubicBezTo>
                  <a:pt x="28" y="174"/>
                  <a:pt x="18" y="162"/>
                  <a:pt x="11" y="147"/>
                </a:cubicBezTo>
                <a:cubicBezTo>
                  <a:pt x="4" y="132"/>
                  <a:pt x="0" y="115"/>
                  <a:pt x="0" y="98"/>
                </a:cubicBezTo>
                <a:cubicBezTo>
                  <a:pt x="0" y="81"/>
                  <a:pt x="4" y="64"/>
                  <a:pt x="11" y="49"/>
                </a:cubicBezTo>
                <a:cubicBezTo>
                  <a:pt x="18" y="34"/>
                  <a:pt x="28" y="21"/>
                  <a:pt x="40" y="13"/>
                </a:cubicBezTo>
                <a:cubicBezTo>
                  <a:pt x="52" y="4"/>
                  <a:pt x="66" y="0"/>
                  <a:pt x="80" y="0"/>
                </a:cubicBezTo>
                <a:cubicBezTo>
                  <a:pt x="94" y="0"/>
                  <a:pt x="108" y="4"/>
                  <a:pt x="120" y="13"/>
                </a:cubicBezTo>
                <a:cubicBezTo>
                  <a:pt x="132" y="21"/>
                  <a:pt x="142" y="34"/>
                  <a:pt x="149" y="49"/>
                </a:cubicBezTo>
                <a:cubicBezTo>
                  <a:pt x="156" y="64"/>
                  <a:pt x="160" y="81"/>
                  <a:pt x="160" y="9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560" rIns="90000" bIns="255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 name="">
            <a:extLst xmlns:a="http://schemas.openxmlformats.org/drawingml/2006/main">
              <a:ext uri="{FF2B5EF4-FFF2-40B4-BE49-F238E27FC236}">
                <a16:creationId xmlns:a16="http://schemas.microsoft.com/office/drawing/2014/main" id="{7AA203B9-6B7B-46DE-9790-373D1CCBF358}"/>
              </a:ext>
            </a:extLst>
          </p:cNvPr>
          <p:cNvSpPr>
            <a:spLocks xmlns:a="http://schemas.openxmlformats.org/drawingml/2006/main" noGrp="1"/>
          </p:cNvSpPr>
          <p:nvPr/>
        </p:nvSpPr>
        <p:spPr>
          <a:xfrm xmlns:a="http://schemas.openxmlformats.org/drawingml/2006/main" rot="0" flipH="0" flipV="0">
            <a:off x="2925720" y="5129280"/>
            <a:ext cx="58680" cy="48960"/>
          </a:xfrm>
          <a:custGeom xmlns:a="http://schemas.openxmlformats.org/drawingml/2006/main">
            <a:rect l="0" t="0" r="r" b="b"/>
            <a:pathLst>
              <a:path w="163" h="136">
                <a:moveTo>
                  <a:pt x="0" y="0"/>
                </a:moveTo>
                <a:cubicBezTo>
                  <a:pt x="54" y="0"/>
                  <a:pt x="109" y="0"/>
                  <a:pt x="163" y="0"/>
                </a:cubicBezTo>
                <a:cubicBezTo>
                  <a:pt x="163" y="45"/>
                  <a:pt x="163" y="91"/>
                  <a:pt x="163" y="136"/>
                </a:cubicBezTo>
                <a:cubicBezTo>
                  <a:pt x="109" y="136"/>
                  <a:pt x="54" y="136"/>
                  <a:pt x="0" y="136"/>
                </a:cubicBezTo>
                <a:cubicBezTo>
                  <a:pt x="0" y="91"/>
                  <a:pt x="0" y="45"/>
                  <a:pt x="0"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960" rIns="90000" bIns="39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 name="">
            <a:extLst xmlns:a="http://schemas.openxmlformats.org/drawingml/2006/main">
              <a:ext uri="{FF2B5EF4-FFF2-40B4-BE49-F238E27FC236}">
                <a16:creationId xmlns:a16="http://schemas.microsoft.com/office/drawing/2014/main" id="{5A84F839-3BCC-42A8-BE21-AB580C61DE88}"/>
              </a:ext>
            </a:extLst>
          </p:cNvPr>
          <p:cNvSpPr>
            <a:spLocks xmlns:a="http://schemas.openxmlformats.org/drawingml/2006/main" noGrp="1"/>
          </p:cNvSpPr>
          <p:nvPr/>
        </p:nvSpPr>
        <p:spPr>
          <a:xfrm xmlns:a="http://schemas.openxmlformats.org/drawingml/2006/main" rot="0" flipH="0" flipV="0">
            <a:off x="2843640" y="5088240"/>
            <a:ext cx="221760" cy="79200"/>
          </a:xfrm>
          <a:custGeom xmlns:a="http://schemas.openxmlformats.org/drawingml/2006/main">
            <a:rect l="0" t="0" r="r" b="b"/>
            <a:pathLst>
              <a:path w="616" h="220">
                <a:moveTo>
                  <a:pt x="465" y="188"/>
                </a:moveTo>
                <a:cubicBezTo>
                  <a:pt x="434" y="185"/>
                  <a:pt x="404" y="178"/>
                  <a:pt x="379" y="163"/>
                </a:cubicBezTo>
                <a:cubicBezTo>
                  <a:pt x="354" y="147"/>
                  <a:pt x="336" y="127"/>
                  <a:pt x="333" y="105"/>
                </a:cubicBezTo>
                <a:cubicBezTo>
                  <a:pt x="326" y="70"/>
                  <a:pt x="318" y="35"/>
                  <a:pt x="311" y="0"/>
                </a:cubicBezTo>
                <a:cubicBezTo>
                  <a:pt x="304" y="35"/>
                  <a:pt x="297" y="70"/>
                  <a:pt x="290" y="105"/>
                </a:cubicBezTo>
                <a:cubicBezTo>
                  <a:pt x="284" y="130"/>
                  <a:pt x="268" y="147"/>
                  <a:pt x="244" y="163"/>
                </a:cubicBezTo>
                <a:cubicBezTo>
                  <a:pt x="219" y="178"/>
                  <a:pt x="188" y="188"/>
                  <a:pt x="157" y="188"/>
                </a:cubicBezTo>
                <a:cubicBezTo>
                  <a:pt x="124" y="188"/>
                  <a:pt x="93" y="185"/>
                  <a:pt x="65" y="170"/>
                </a:cubicBezTo>
                <a:cubicBezTo>
                  <a:pt x="37" y="157"/>
                  <a:pt x="13" y="136"/>
                  <a:pt x="0" y="108"/>
                </a:cubicBezTo>
                <a:cubicBezTo>
                  <a:pt x="4" y="139"/>
                  <a:pt x="22" y="167"/>
                  <a:pt x="50" y="185"/>
                </a:cubicBezTo>
                <a:cubicBezTo>
                  <a:pt x="77" y="203"/>
                  <a:pt x="117" y="216"/>
                  <a:pt x="154" y="219"/>
                </a:cubicBezTo>
                <a:cubicBezTo>
                  <a:pt x="194" y="222"/>
                  <a:pt x="231" y="213"/>
                  <a:pt x="265" y="194"/>
                </a:cubicBezTo>
                <a:cubicBezTo>
                  <a:pt x="284" y="185"/>
                  <a:pt x="296" y="173"/>
                  <a:pt x="308" y="157"/>
                </a:cubicBezTo>
                <a:cubicBezTo>
                  <a:pt x="320" y="173"/>
                  <a:pt x="336" y="185"/>
                  <a:pt x="351" y="194"/>
                </a:cubicBezTo>
                <a:cubicBezTo>
                  <a:pt x="385" y="213"/>
                  <a:pt x="425" y="222"/>
                  <a:pt x="462" y="219"/>
                </a:cubicBezTo>
                <a:cubicBezTo>
                  <a:pt x="499" y="219"/>
                  <a:pt x="539" y="207"/>
                  <a:pt x="567" y="185"/>
                </a:cubicBezTo>
                <a:cubicBezTo>
                  <a:pt x="594" y="167"/>
                  <a:pt x="616" y="136"/>
                  <a:pt x="616" y="108"/>
                </a:cubicBezTo>
                <a:cubicBezTo>
                  <a:pt x="610" y="133"/>
                  <a:pt x="585" y="154"/>
                  <a:pt x="557" y="170"/>
                </a:cubicBezTo>
                <a:cubicBezTo>
                  <a:pt x="530" y="182"/>
                  <a:pt x="496" y="188"/>
                  <a:pt x="465" y="18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4200" rIns="90000" bIns="342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 name="">
            <a:extLst xmlns:a="http://schemas.openxmlformats.org/drawingml/2006/main">
              <a:ext uri="{FF2B5EF4-FFF2-40B4-BE49-F238E27FC236}">
                <a16:creationId xmlns:a16="http://schemas.microsoft.com/office/drawing/2014/main" id="{25D24B29-69D9-4603-B79F-4659FC275566}"/>
              </a:ext>
            </a:extLst>
          </p:cNvPr>
          <p:cNvSpPr>
            <a:spLocks xmlns:a="http://schemas.openxmlformats.org/drawingml/2006/main" noGrp="1"/>
          </p:cNvSpPr>
          <p:nvPr/>
        </p:nvSpPr>
        <p:spPr>
          <a:xfrm xmlns:a="http://schemas.openxmlformats.org/drawingml/2006/main" rot="0" flipH="0" flipV="0">
            <a:off x="2912040" y="5073840"/>
            <a:ext cx="84600" cy="39960"/>
          </a:xfrm>
          <a:custGeom xmlns:a="http://schemas.openxmlformats.org/drawingml/2006/main">
            <a:rect l="0" t="0" r="r" b="b"/>
            <a:pathLst>
              <a:path w="235" h="111">
                <a:moveTo>
                  <a:pt x="117" y="0"/>
                </a:moveTo>
                <a:cubicBezTo>
                  <a:pt x="96" y="0"/>
                  <a:pt x="31" y="0"/>
                  <a:pt x="6" y="19"/>
                </a:cubicBezTo>
                <a:cubicBezTo>
                  <a:pt x="-9" y="31"/>
                  <a:pt x="3" y="62"/>
                  <a:pt x="43" y="90"/>
                </a:cubicBezTo>
                <a:cubicBezTo>
                  <a:pt x="71" y="108"/>
                  <a:pt x="96" y="111"/>
                  <a:pt x="114" y="111"/>
                </a:cubicBezTo>
                <a:cubicBezTo>
                  <a:pt x="136" y="111"/>
                  <a:pt x="160" y="105"/>
                  <a:pt x="185" y="90"/>
                </a:cubicBezTo>
                <a:cubicBezTo>
                  <a:pt x="234" y="62"/>
                  <a:pt x="243" y="31"/>
                  <a:pt x="228" y="19"/>
                </a:cubicBezTo>
                <a:cubicBezTo>
                  <a:pt x="206" y="0"/>
                  <a:pt x="139" y="0"/>
                  <a:pt x="117"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5040" rIns="90000" bIns="-50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3" name="">
            <a:extLst xmlns:a="http://schemas.openxmlformats.org/drawingml/2006/main">
              <a:ext uri="{FF2B5EF4-FFF2-40B4-BE49-F238E27FC236}">
                <a16:creationId xmlns:a16="http://schemas.microsoft.com/office/drawing/2014/main" id="{586457AC-4223-4C2A-87AD-7E970EC0F93B}"/>
              </a:ext>
            </a:extLst>
          </p:cNvPr>
          <p:cNvSpPr>
            <a:spLocks xmlns:a="http://schemas.openxmlformats.org/drawingml/2006/main" noGrp="1"/>
          </p:cNvSpPr>
          <p:nvPr/>
        </p:nvSpPr>
        <p:spPr>
          <a:xfrm xmlns:a="http://schemas.openxmlformats.org/drawingml/2006/main" rot="0" flipH="0" flipV="0">
            <a:off x="1313280" y="5046480"/>
            <a:ext cx="44280" cy="48600"/>
          </a:xfrm>
          <a:custGeom xmlns:a="http://schemas.openxmlformats.org/drawingml/2006/main">
            <a:rect l="0" t="0" r="r" b="b"/>
            <a:pathLst>
              <a:path w="123" h="135">
                <a:moveTo>
                  <a:pt x="0" y="67"/>
                </a:moveTo>
                <a:cubicBezTo>
                  <a:pt x="0" y="79"/>
                  <a:pt x="3" y="90"/>
                  <a:pt x="8" y="101"/>
                </a:cubicBezTo>
                <a:cubicBezTo>
                  <a:pt x="13" y="111"/>
                  <a:pt x="20" y="120"/>
                  <a:pt x="30" y="126"/>
                </a:cubicBezTo>
                <a:cubicBezTo>
                  <a:pt x="39" y="132"/>
                  <a:pt x="50" y="135"/>
                  <a:pt x="61" y="135"/>
                </a:cubicBezTo>
                <a:cubicBezTo>
                  <a:pt x="72" y="135"/>
                  <a:pt x="83" y="132"/>
                  <a:pt x="92" y="126"/>
                </a:cubicBezTo>
                <a:cubicBezTo>
                  <a:pt x="101" y="120"/>
                  <a:pt x="109" y="111"/>
                  <a:pt x="115" y="101"/>
                </a:cubicBezTo>
                <a:cubicBezTo>
                  <a:pt x="120" y="90"/>
                  <a:pt x="123" y="79"/>
                  <a:pt x="123" y="67"/>
                </a:cubicBezTo>
                <a:cubicBezTo>
                  <a:pt x="123" y="56"/>
                  <a:pt x="120" y="44"/>
                  <a:pt x="115" y="34"/>
                </a:cubicBezTo>
                <a:cubicBezTo>
                  <a:pt x="109" y="23"/>
                  <a:pt x="101" y="15"/>
                  <a:pt x="92" y="9"/>
                </a:cubicBezTo>
                <a:cubicBezTo>
                  <a:pt x="83" y="3"/>
                  <a:pt x="72" y="0"/>
                  <a:pt x="61" y="0"/>
                </a:cubicBezTo>
                <a:cubicBezTo>
                  <a:pt x="50" y="0"/>
                  <a:pt x="39" y="3"/>
                  <a:pt x="30" y="9"/>
                </a:cubicBezTo>
                <a:cubicBezTo>
                  <a:pt x="20" y="15"/>
                  <a:pt x="13" y="23"/>
                  <a:pt x="8" y="34"/>
                </a:cubicBezTo>
                <a:cubicBezTo>
                  <a:pt x="3" y="44"/>
                  <a:pt x="0" y="56"/>
                  <a:pt x="0" y="6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600" rIns="90000" bIns="36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4" name="">
            <a:extLst xmlns:a="http://schemas.openxmlformats.org/drawingml/2006/main">
              <a:ext uri="{FF2B5EF4-FFF2-40B4-BE49-F238E27FC236}">
                <a16:creationId xmlns:a16="http://schemas.microsoft.com/office/drawing/2014/main" id="{A797276D-7B5C-4388-84D8-432CA1DBC0B6}"/>
              </a:ext>
            </a:extLst>
          </p:cNvPr>
          <p:cNvSpPr>
            <a:spLocks xmlns:a="http://schemas.openxmlformats.org/drawingml/2006/main" noGrp="1"/>
          </p:cNvSpPr>
          <p:nvPr/>
        </p:nvSpPr>
        <p:spPr>
          <a:xfrm xmlns:a="http://schemas.openxmlformats.org/drawingml/2006/main" rot="0" flipH="0" flipV="0">
            <a:off x="1329120" y="5040720"/>
            <a:ext cx="76680" cy="96840"/>
          </a:xfrm>
          <a:custGeom xmlns:a="http://schemas.openxmlformats.org/drawingml/2006/main">
            <a:rect l="0" t="0" r="r" b="b"/>
            <a:pathLst>
              <a:path w="213" h="269">
                <a:moveTo>
                  <a:pt x="13" y="227"/>
                </a:moveTo>
                <a:cubicBezTo>
                  <a:pt x="-34" y="53"/>
                  <a:pt x="64" y="76"/>
                  <a:pt x="89" y="0"/>
                </a:cubicBezTo>
                <a:cubicBezTo>
                  <a:pt x="126" y="18"/>
                  <a:pt x="162" y="36"/>
                  <a:pt x="198" y="54"/>
                </a:cubicBezTo>
                <a:cubicBezTo>
                  <a:pt x="198" y="53"/>
                  <a:pt x="232" y="220"/>
                  <a:pt x="199" y="257"/>
                </a:cubicBezTo>
                <a:cubicBezTo>
                  <a:pt x="175" y="285"/>
                  <a:pt x="22" y="262"/>
                  <a:pt x="13" y="2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5" name="">
            <a:extLst xmlns:a="http://schemas.openxmlformats.org/drawingml/2006/main">
              <a:ext uri="{FF2B5EF4-FFF2-40B4-BE49-F238E27FC236}">
                <a16:creationId xmlns:a16="http://schemas.microsoft.com/office/drawing/2014/main" id="{211EA61E-000A-4F9C-AF12-4B207916E998}"/>
              </a:ext>
            </a:extLst>
          </p:cNvPr>
          <p:cNvSpPr>
            <a:spLocks xmlns:a="http://schemas.openxmlformats.org/drawingml/2006/main" noGrp="1"/>
          </p:cNvSpPr>
          <p:nvPr/>
        </p:nvSpPr>
        <p:spPr>
          <a:xfrm xmlns:a="http://schemas.openxmlformats.org/drawingml/2006/main" rot="0" flipH="0" flipV="0">
            <a:off x="1355400" y="5095080"/>
            <a:ext cx="45360" cy="23400"/>
          </a:xfrm>
          <a:custGeom xmlns:a="http://schemas.openxmlformats.org/drawingml/2006/main">
            <a:rect l="0" t="0" r="r" b="b"/>
            <a:pathLst>
              <a:path w="126" h="65">
                <a:moveTo>
                  <a:pt x="109" y="31"/>
                </a:moveTo>
                <a:cubicBezTo>
                  <a:pt x="100" y="22"/>
                  <a:pt x="89" y="13"/>
                  <a:pt x="77" y="9"/>
                </a:cubicBezTo>
                <a:cubicBezTo>
                  <a:pt x="52" y="-2"/>
                  <a:pt x="24" y="-2"/>
                  <a:pt x="0" y="7"/>
                </a:cubicBezTo>
                <a:cubicBezTo>
                  <a:pt x="26" y="7"/>
                  <a:pt x="49" y="9"/>
                  <a:pt x="72" y="19"/>
                </a:cubicBezTo>
                <a:cubicBezTo>
                  <a:pt x="83" y="23"/>
                  <a:pt x="93" y="29"/>
                  <a:pt x="103" y="37"/>
                </a:cubicBezTo>
                <a:cubicBezTo>
                  <a:pt x="110" y="45"/>
                  <a:pt x="120" y="54"/>
                  <a:pt x="126" y="65"/>
                </a:cubicBezTo>
                <a:cubicBezTo>
                  <a:pt x="124" y="52"/>
                  <a:pt x="118" y="40"/>
                  <a:pt x="109" y="3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1600" rIns="90000" bIns="-216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6" name="">
            <a:extLst xmlns:a="http://schemas.openxmlformats.org/drawingml/2006/main">
              <a:ext uri="{FF2B5EF4-FFF2-40B4-BE49-F238E27FC236}">
                <a16:creationId xmlns:a16="http://schemas.microsoft.com/office/drawing/2014/main" id="{A05C6196-38AA-47DF-ADB7-B25289F48541}"/>
              </a:ext>
            </a:extLst>
          </p:cNvPr>
          <p:cNvSpPr>
            <a:spLocks xmlns:a="http://schemas.openxmlformats.org/drawingml/2006/main" noGrp="1"/>
          </p:cNvSpPr>
          <p:nvPr/>
        </p:nvSpPr>
        <p:spPr>
          <a:xfrm xmlns:a="http://schemas.openxmlformats.org/drawingml/2006/main" rot="0" flipH="0" flipV="0">
            <a:off x="1391400" y="5033160"/>
            <a:ext cx="65160" cy="118080"/>
          </a:xfrm>
          <a:custGeom xmlns:a="http://schemas.openxmlformats.org/drawingml/2006/main">
            <a:rect l="0" t="0" r="r" b="b"/>
            <a:pathLst>
              <a:path w="181" h="328">
                <a:moveTo>
                  <a:pt x="37" y="308"/>
                </a:moveTo>
                <a:cubicBezTo>
                  <a:pt x="0" y="269"/>
                  <a:pt x="1" y="98"/>
                  <a:pt x="0" y="14"/>
                </a:cubicBezTo>
                <a:cubicBezTo>
                  <a:pt x="52" y="9"/>
                  <a:pt x="105" y="5"/>
                  <a:pt x="157" y="0"/>
                </a:cubicBezTo>
                <a:cubicBezTo>
                  <a:pt x="158" y="0"/>
                  <a:pt x="201" y="271"/>
                  <a:pt x="170" y="308"/>
                </a:cubicBezTo>
                <a:cubicBezTo>
                  <a:pt x="147" y="335"/>
                  <a:pt x="63" y="334"/>
                  <a:pt x="37" y="30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7" name="">
            <a:extLst xmlns:a="http://schemas.openxmlformats.org/drawingml/2006/main">
              <a:ext uri="{FF2B5EF4-FFF2-40B4-BE49-F238E27FC236}">
                <a16:creationId xmlns:a16="http://schemas.microsoft.com/office/drawing/2014/main" id="{6E89AAF8-FA99-494C-BA04-DC4CBB0FEAE7}"/>
              </a:ext>
            </a:extLst>
          </p:cNvPr>
          <p:cNvSpPr>
            <a:spLocks xmlns:a="http://schemas.openxmlformats.org/drawingml/2006/main" noGrp="1"/>
          </p:cNvSpPr>
          <p:nvPr/>
        </p:nvSpPr>
        <p:spPr>
          <a:xfrm xmlns:a="http://schemas.openxmlformats.org/drawingml/2006/main" rot="0" flipH="0" flipV="0">
            <a:off x="1448280" y="5033160"/>
            <a:ext cx="65520" cy="118080"/>
          </a:xfrm>
          <a:custGeom xmlns:a="http://schemas.openxmlformats.org/drawingml/2006/main">
            <a:rect l="0" t="0" r="r" b="b"/>
            <a:pathLst>
              <a:path w="182" h="328">
                <a:moveTo>
                  <a:pt x="145" y="308"/>
                </a:moveTo>
                <a:cubicBezTo>
                  <a:pt x="182" y="269"/>
                  <a:pt x="181" y="98"/>
                  <a:pt x="182" y="14"/>
                </a:cubicBezTo>
                <a:cubicBezTo>
                  <a:pt x="130" y="9"/>
                  <a:pt x="78" y="5"/>
                  <a:pt x="25" y="0"/>
                </a:cubicBezTo>
                <a:cubicBezTo>
                  <a:pt x="21" y="103"/>
                  <a:pt x="-19" y="271"/>
                  <a:pt x="11" y="308"/>
                </a:cubicBezTo>
                <a:cubicBezTo>
                  <a:pt x="34" y="335"/>
                  <a:pt x="119" y="334"/>
                  <a:pt x="145" y="30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8" name="">
            <a:extLst xmlns:a="http://schemas.openxmlformats.org/drawingml/2006/main">
              <a:ext uri="{FF2B5EF4-FFF2-40B4-BE49-F238E27FC236}">
                <a16:creationId xmlns:a16="http://schemas.microsoft.com/office/drawing/2014/main" id="{C0740D20-9315-414D-8866-12D4CE729780}"/>
              </a:ext>
            </a:extLst>
          </p:cNvPr>
          <p:cNvSpPr>
            <a:spLocks xmlns:a="http://schemas.openxmlformats.org/drawingml/2006/main" noGrp="1"/>
          </p:cNvSpPr>
          <p:nvPr/>
        </p:nvSpPr>
        <p:spPr>
          <a:xfrm xmlns:a="http://schemas.openxmlformats.org/drawingml/2006/main" rot="0" flipH="0" flipV="0">
            <a:off x="1450080" y="5096160"/>
            <a:ext cx="4680" cy="47880"/>
          </a:xfrm>
          <a:custGeom xmlns:a="http://schemas.openxmlformats.org/drawingml/2006/main">
            <a:rect l="0" t="0" r="r" b="b"/>
            <a:pathLst>
              <a:path w="13" h="133">
                <a:moveTo>
                  <a:pt x="13" y="66"/>
                </a:moveTo>
                <a:cubicBezTo>
                  <a:pt x="13" y="44"/>
                  <a:pt x="11" y="22"/>
                  <a:pt x="6" y="0"/>
                </a:cubicBezTo>
                <a:cubicBezTo>
                  <a:pt x="2" y="22"/>
                  <a:pt x="0" y="45"/>
                  <a:pt x="0" y="66"/>
                </a:cubicBezTo>
                <a:cubicBezTo>
                  <a:pt x="2" y="89"/>
                  <a:pt x="2" y="111"/>
                  <a:pt x="6" y="133"/>
                </a:cubicBezTo>
                <a:cubicBezTo>
                  <a:pt x="11" y="111"/>
                  <a:pt x="13" y="87"/>
                  <a:pt x="13" y="6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880" rIns="90000" bIns="28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9" name="">
            <a:extLst xmlns:a="http://schemas.openxmlformats.org/drawingml/2006/main">
              <a:ext uri="{FF2B5EF4-FFF2-40B4-BE49-F238E27FC236}">
                <a16:creationId xmlns:a16="http://schemas.microsoft.com/office/drawing/2014/main" id="{48213FE1-386E-42AA-A120-8FA002F5106E}"/>
              </a:ext>
            </a:extLst>
          </p:cNvPr>
          <p:cNvSpPr>
            <a:spLocks xmlns:a="http://schemas.openxmlformats.org/drawingml/2006/main" noGrp="1"/>
          </p:cNvSpPr>
          <p:nvPr/>
        </p:nvSpPr>
        <p:spPr>
          <a:xfrm xmlns:a="http://schemas.openxmlformats.org/drawingml/2006/main" rot="0" flipH="0" flipV="0">
            <a:off x="1402920" y="5028840"/>
            <a:ext cx="99720" cy="96120"/>
          </a:xfrm>
          <a:custGeom xmlns:a="http://schemas.openxmlformats.org/drawingml/2006/main">
            <a:rect l="0" t="0" r="r" b="b"/>
            <a:pathLst>
              <a:path w="277" h="267">
                <a:moveTo>
                  <a:pt x="138" y="267"/>
                </a:moveTo>
                <a:cubicBezTo>
                  <a:pt x="184" y="220"/>
                  <a:pt x="277" y="195"/>
                  <a:pt x="277" y="126"/>
                </a:cubicBezTo>
                <a:cubicBezTo>
                  <a:pt x="277" y="56"/>
                  <a:pt x="215" y="0"/>
                  <a:pt x="138" y="0"/>
                </a:cubicBezTo>
                <a:cubicBezTo>
                  <a:pt x="61" y="0"/>
                  <a:pt x="0" y="56"/>
                  <a:pt x="0" y="126"/>
                </a:cubicBezTo>
                <a:cubicBezTo>
                  <a:pt x="0" y="195"/>
                  <a:pt x="92" y="220"/>
                  <a:pt x="138" y="26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0" name="">
            <a:extLst xmlns:a="http://schemas.openxmlformats.org/drawingml/2006/main">
              <a:ext uri="{FF2B5EF4-FFF2-40B4-BE49-F238E27FC236}">
                <a16:creationId xmlns:a16="http://schemas.microsoft.com/office/drawing/2014/main" id="{92962200-FC95-4087-B36B-92217B2ABDF5}"/>
              </a:ext>
            </a:extLst>
          </p:cNvPr>
          <p:cNvSpPr>
            <a:spLocks xmlns:a="http://schemas.openxmlformats.org/drawingml/2006/main" noGrp="1"/>
          </p:cNvSpPr>
          <p:nvPr/>
        </p:nvSpPr>
        <p:spPr>
          <a:xfrm xmlns:a="http://schemas.openxmlformats.org/drawingml/2006/main" rot="0" flipH="0" flipV="0">
            <a:off x="1338480" y="4818960"/>
            <a:ext cx="75240" cy="145800"/>
          </a:xfrm>
          <a:custGeom xmlns:a="http://schemas.openxmlformats.org/drawingml/2006/main">
            <a:rect l="0" t="0" r="r" b="b"/>
            <a:pathLst>
              <a:path w="209" h="405">
                <a:moveTo>
                  <a:pt x="190" y="177"/>
                </a:moveTo>
                <a:cubicBezTo>
                  <a:pt x="198" y="339"/>
                  <a:pt x="203" y="315"/>
                  <a:pt x="209" y="384"/>
                </a:cubicBezTo>
                <a:cubicBezTo>
                  <a:pt x="180" y="391"/>
                  <a:pt x="152" y="398"/>
                  <a:pt x="123" y="405"/>
                </a:cubicBezTo>
                <a:cubicBezTo>
                  <a:pt x="88" y="343"/>
                  <a:pt x="127" y="390"/>
                  <a:pt x="16" y="220"/>
                </a:cubicBezTo>
                <a:cubicBezTo>
                  <a:pt x="-24" y="157"/>
                  <a:pt x="19" y="10"/>
                  <a:pt x="44" y="0"/>
                </a:cubicBezTo>
                <a:cubicBezTo>
                  <a:pt x="59" y="-4"/>
                  <a:pt x="187" y="94"/>
                  <a:pt x="190" y="17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1" name="">
            <a:extLst xmlns:a="http://schemas.openxmlformats.org/drawingml/2006/main">
              <a:ext uri="{FF2B5EF4-FFF2-40B4-BE49-F238E27FC236}">
                <a16:creationId xmlns:a16="http://schemas.microsoft.com/office/drawing/2014/main" id="{DD528E8A-A65F-41CA-BA48-6083F3A9FC0B}"/>
              </a:ext>
            </a:extLst>
          </p:cNvPr>
          <p:cNvSpPr>
            <a:spLocks xmlns:a="http://schemas.openxmlformats.org/drawingml/2006/main" noGrp="1"/>
          </p:cNvSpPr>
          <p:nvPr/>
        </p:nvSpPr>
        <p:spPr>
          <a:xfrm xmlns:a="http://schemas.openxmlformats.org/drawingml/2006/main" rot="0" flipH="0" flipV="0">
            <a:off x="1353240" y="4848480"/>
            <a:ext cx="54360" cy="115200"/>
          </a:xfrm>
          <a:custGeom xmlns:a="http://schemas.openxmlformats.org/drawingml/2006/main">
            <a:rect l="0" t="0" r="r" b="b"/>
            <a:pathLst>
              <a:path w="151" h="320">
                <a:moveTo>
                  <a:pt x="112" y="105"/>
                </a:moveTo>
                <a:cubicBezTo>
                  <a:pt x="142" y="262"/>
                  <a:pt x="138" y="239"/>
                  <a:pt x="151" y="306"/>
                </a:cubicBezTo>
                <a:cubicBezTo>
                  <a:pt x="132" y="311"/>
                  <a:pt x="113" y="315"/>
                  <a:pt x="94" y="320"/>
                </a:cubicBezTo>
                <a:cubicBezTo>
                  <a:pt x="67" y="256"/>
                  <a:pt x="94" y="309"/>
                  <a:pt x="11" y="129"/>
                </a:cubicBezTo>
                <a:cubicBezTo>
                  <a:pt x="-11" y="83"/>
                  <a:pt x="2" y="8"/>
                  <a:pt x="25" y="0"/>
                </a:cubicBezTo>
                <a:cubicBezTo>
                  <a:pt x="40" y="-5"/>
                  <a:pt x="100" y="40"/>
                  <a:pt x="112" y="10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2" name="">
            <a:extLst xmlns:a="http://schemas.openxmlformats.org/drawingml/2006/main">
              <a:ext uri="{FF2B5EF4-FFF2-40B4-BE49-F238E27FC236}">
                <a16:creationId xmlns:a16="http://schemas.microsoft.com/office/drawing/2014/main" id="{E7D288FB-F6FD-4F88-93C6-C07B9330AA69}"/>
              </a:ext>
            </a:extLst>
          </p:cNvPr>
          <p:cNvSpPr>
            <a:spLocks xmlns:a="http://schemas.openxmlformats.org/drawingml/2006/main" noGrp="1"/>
          </p:cNvSpPr>
          <p:nvPr/>
        </p:nvSpPr>
        <p:spPr>
          <a:xfrm xmlns:a="http://schemas.openxmlformats.org/drawingml/2006/main" rot="0" flipH="0" flipV="0">
            <a:off x="1491120" y="4818960"/>
            <a:ext cx="75240" cy="145800"/>
          </a:xfrm>
          <a:custGeom xmlns:a="http://schemas.openxmlformats.org/drawingml/2006/main">
            <a:rect l="0" t="0" r="r" b="b"/>
            <a:pathLst>
              <a:path w="209" h="405">
                <a:moveTo>
                  <a:pt x="19" y="177"/>
                </a:moveTo>
                <a:cubicBezTo>
                  <a:pt x="11" y="339"/>
                  <a:pt x="6" y="315"/>
                  <a:pt x="0" y="384"/>
                </a:cubicBezTo>
                <a:cubicBezTo>
                  <a:pt x="29" y="391"/>
                  <a:pt x="57" y="398"/>
                  <a:pt x="86" y="405"/>
                </a:cubicBezTo>
                <a:cubicBezTo>
                  <a:pt x="121" y="343"/>
                  <a:pt x="82" y="390"/>
                  <a:pt x="192" y="220"/>
                </a:cubicBezTo>
                <a:cubicBezTo>
                  <a:pt x="234" y="157"/>
                  <a:pt x="189" y="10"/>
                  <a:pt x="165" y="0"/>
                </a:cubicBezTo>
                <a:cubicBezTo>
                  <a:pt x="149" y="-4"/>
                  <a:pt x="22" y="94"/>
                  <a:pt x="19" y="17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3" name="">
            <a:extLst xmlns:a="http://schemas.openxmlformats.org/drawingml/2006/main">
              <a:ext uri="{FF2B5EF4-FFF2-40B4-BE49-F238E27FC236}">
                <a16:creationId xmlns:a16="http://schemas.microsoft.com/office/drawing/2014/main" id="{1C0B6CEE-AFAE-4980-94FD-49F86A9AF90E}"/>
              </a:ext>
            </a:extLst>
          </p:cNvPr>
          <p:cNvSpPr>
            <a:spLocks xmlns:a="http://schemas.openxmlformats.org/drawingml/2006/main" noGrp="1"/>
          </p:cNvSpPr>
          <p:nvPr/>
        </p:nvSpPr>
        <p:spPr>
          <a:xfrm xmlns:a="http://schemas.openxmlformats.org/drawingml/2006/main" rot="0" flipH="0" flipV="0">
            <a:off x="1497240" y="4848480"/>
            <a:ext cx="54720" cy="115920"/>
          </a:xfrm>
          <a:custGeom xmlns:a="http://schemas.openxmlformats.org/drawingml/2006/main">
            <a:rect l="0" t="0" r="r" b="b"/>
            <a:pathLst>
              <a:path w="152" h="322">
                <a:moveTo>
                  <a:pt x="38" y="105"/>
                </a:moveTo>
                <a:cubicBezTo>
                  <a:pt x="9" y="262"/>
                  <a:pt x="13" y="239"/>
                  <a:pt x="0" y="306"/>
                </a:cubicBezTo>
                <a:cubicBezTo>
                  <a:pt x="18" y="311"/>
                  <a:pt x="37" y="317"/>
                  <a:pt x="55" y="322"/>
                </a:cubicBezTo>
                <a:cubicBezTo>
                  <a:pt x="83" y="258"/>
                  <a:pt x="55" y="311"/>
                  <a:pt x="140" y="131"/>
                </a:cubicBezTo>
                <a:cubicBezTo>
                  <a:pt x="162" y="83"/>
                  <a:pt x="151" y="8"/>
                  <a:pt x="126" y="0"/>
                </a:cubicBezTo>
                <a:cubicBezTo>
                  <a:pt x="111" y="-5"/>
                  <a:pt x="51" y="40"/>
                  <a:pt x="38" y="10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4" name="">
            <a:extLst xmlns:a="http://schemas.openxmlformats.org/drawingml/2006/main">
              <a:ext uri="{FF2B5EF4-FFF2-40B4-BE49-F238E27FC236}">
                <a16:creationId xmlns:a16="http://schemas.microsoft.com/office/drawing/2014/main" id="{4EBD6943-43F8-4E80-B55D-D5D4E99ABEA6}"/>
              </a:ext>
            </a:extLst>
          </p:cNvPr>
          <p:cNvSpPr>
            <a:spLocks xmlns:a="http://schemas.openxmlformats.org/drawingml/2006/main" noGrp="1"/>
          </p:cNvSpPr>
          <p:nvPr/>
        </p:nvSpPr>
        <p:spPr>
          <a:xfrm xmlns:a="http://schemas.openxmlformats.org/drawingml/2006/main" rot="0" flipH="0" flipV="0">
            <a:off x="1351080" y="4907880"/>
            <a:ext cx="202680" cy="177480"/>
          </a:xfrm>
          <a:custGeom xmlns:a="http://schemas.openxmlformats.org/drawingml/2006/main">
            <a:rect l="0" t="0" r="r" b="b"/>
            <a:pathLst>
              <a:path w="563" h="493">
                <a:moveTo>
                  <a:pt x="281" y="0"/>
                </a:moveTo>
                <a:cubicBezTo>
                  <a:pt x="127" y="0"/>
                  <a:pt x="56" y="66"/>
                  <a:pt x="56" y="158"/>
                </a:cubicBezTo>
                <a:cubicBezTo>
                  <a:pt x="56" y="235"/>
                  <a:pt x="-61" y="349"/>
                  <a:pt x="44" y="424"/>
                </a:cubicBezTo>
                <a:cubicBezTo>
                  <a:pt x="95" y="461"/>
                  <a:pt x="180" y="493"/>
                  <a:pt x="281" y="493"/>
                </a:cubicBezTo>
                <a:cubicBezTo>
                  <a:pt x="383" y="493"/>
                  <a:pt x="469" y="461"/>
                  <a:pt x="520" y="424"/>
                </a:cubicBezTo>
                <a:cubicBezTo>
                  <a:pt x="624" y="347"/>
                  <a:pt x="508" y="235"/>
                  <a:pt x="508" y="158"/>
                </a:cubicBezTo>
                <a:cubicBezTo>
                  <a:pt x="508" y="66"/>
                  <a:pt x="438" y="0"/>
                  <a:pt x="281"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5" name="">
            <a:extLst xmlns:a="http://schemas.openxmlformats.org/drawingml/2006/main">
              <a:ext uri="{FF2B5EF4-FFF2-40B4-BE49-F238E27FC236}">
                <a16:creationId xmlns:a16="http://schemas.microsoft.com/office/drawing/2014/main" id="{CEB02E66-1163-4FAF-8BDA-2636C3ABAE50}"/>
              </a:ext>
            </a:extLst>
          </p:cNvPr>
          <p:cNvSpPr>
            <a:spLocks xmlns:a="http://schemas.openxmlformats.org/drawingml/2006/main" noGrp="1"/>
          </p:cNvSpPr>
          <p:nvPr/>
        </p:nvSpPr>
        <p:spPr>
          <a:xfrm xmlns:a="http://schemas.openxmlformats.org/drawingml/2006/main" rot="0" flipH="0" flipV="0">
            <a:off x="1364400" y="4932000"/>
            <a:ext cx="177120" cy="147240"/>
          </a:xfrm>
          <a:custGeom xmlns:a="http://schemas.openxmlformats.org/drawingml/2006/main">
            <a:rect l="0" t="0" r="r" b="b"/>
            <a:pathLst>
              <a:path w="492" h="409">
                <a:moveTo>
                  <a:pt x="224" y="13"/>
                </a:moveTo>
                <a:cubicBezTo>
                  <a:pt x="238" y="-4"/>
                  <a:pt x="251" y="-4"/>
                  <a:pt x="264" y="13"/>
                </a:cubicBezTo>
                <a:cubicBezTo>
                  <a:pt x="297" y="55"/>
                  <a:pt x="347" y="144"/>
                  <a:pt x="351" y="218"/>
                </a:cubicBezTo>
                <a:cubicBezTo>
                  <a:pt x="409" y="210"/>
                  <a:pt x="475" y="213"/>
                  <a:pt x="489" y="244"/>
                </a:cubicBezTo>
                <a:cubicBezTo>
                  <a:pt x="515" y="305"/>
                  <a:pt x="392" y="409"/>
                  <a:pt x="246" y="409"/>
                </a:cubicBezTo>
                <a:cubicBezTo>
                  <a:pt x="98" y="409"/>
                  <a:pt x="-22" y="305"/>
                  <a:pt x="4" y="244"/>
                </a:cubicBezTo>
                <a:cubicBezTo>
                  <a:pt x="15" y="213"/>
                  <a:pt x="81" y="210"/>
                  <a:pt x="138" y="218"/>
                </a:cubicBezTo>
                <a:cubicBezTo>
                  <a:pt x="141" y="144"/>
                  <a:pt x="192" y="55"/>
                  <a:pt x="224" y="1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6" name="">
            <a:extLst xmlns:a="http://schemas.openxmlformats.org/drawingml/2006/main">
              <a:ext uri="{FF2B5EF4-FFF2-40B4-BE49-F238E27FC236}">
                <a16:creationId xmlns:a16="http://schemas.microsoft.com/office/drawing/2014/main" id="{5FAF8015-A7FD-4D49-9C02-389028DBA323}"/>
              </a:ext>
            </a:extLst>
          </p:cNvPr>
          <p:cNvSpPr>
            <a:spLocks xmlns:a="http://schemas.openxmlformats.org/drawingml/2006/main" noGrp="1"/>
          </p:cNvSpPr>
          <p:nvPr/>
        </p:nvSpPr>
        <p:spPr>
          <a:xfrm xmlns:a="http://schemas.openxmlformats.org/drawingml/2006/main" rot="0" flipH="0" flipV="0">
            <a:off x="1410840" y="5037120"/>
            <a:ext cx="83880" cy="30240"/>
          </a:xfrm>
          <a:custGeom xmlns:a="http://schemas.openxmlformats.org/drawingml/2006/main">
            <a:rect l="0" t="0" r="r" b="b"/>
            <a:pathLst>
              <a:path w="233" h="84">
                <a:moveTo>
                  <a:pt x="47" y="30"/>
                </a:moveTo>
                <a:cubicBezTo>
                  <a:pt x="64" y="31"/>
                  <a:pt x="83" y="27"/>
                  <a:pt x="96" y="18"/>
                </a:cubicBezTo>
                <a:cubicBezTo>
                  <a:pt x="104" y="13"/>
                  <a:pt x="110" y="7"/>
                  <a:pt x="116" y="0"/>
                </a:cubicBezTo>
                <a:cubicBezTo>
                  <a:pt x="121" y="7"/>
                  <a:pt x="129" y="13"/>
                  <a:pt x="136" y="18"/>
                </a:cubicBezTo>
                <a:cubicBezTo>
                  <a:pt x="152" y="27"/>
                  <a:pt x="169" y="32"/>
                  <a:pt x="186" y="30"/>
                </a:cubicBezTo>
                <a:cubicBezTo>
                  <a:pt x="203" y="30"/>
                  <a:pt x="219" y="24"/>
                  <a:pt x="232" y="13"/>
                </a:cubicBezTo>
                <a:cubicBezTo>
                  <a:pt x="239" y="7"/>
                  <a:pt x="199" y="84"/>
                  <a:pt x="116" y="84"/>
                </a:cubicBezTo>
                <a:cubicBezTo>
                  <a:pt x="33" y="84"/>
                  <a:pt x="-7" y="7"/>
                  <a:pt x="1" y="13"/>
                </a:cubicBezTo>
                <a:cubicBezTo>
                  <a:pt x="13" y="23"/>
                  <a:pt x="30" y="28"/>
                  <a:pt x="47" y="3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4760" rIns="90000" bIns="-147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7" name="">
            <a:extLst xmlns:a="http://schemas.openxmlformats.org/drawingml/2006/main">
              <a:ext uri="{FF2B5EF4-FFF2-40B4-BE49-F238E27FC236}">
                <a16:creationId xmlns:a16="http://schemas.microsoft.com/office/drawing/2014/main" id="{5B767E11-3A64-4191-A389-39FE11E953B1}"/>
              </a:ext>
            </a:extLst>
          </p:cNvPr>
          <p:cNvSpPr>
            <a:spLocks xmlns:a="http://schemas.openxmlformats.org/drawingml/2006/main" noGrp="1"/>
          </p:cNvSpPr>
          <p:nvPr/>
        </p:nvSpPr>
        <p:spPr>
          <a:xfrm xmlns:a="http://schemas.openxmlformats.org/drawingml/2006/main" rot="0" flipH="0" flipV="0">
            <a:off x="1381320" y="4953600"/>
            <a:ext cx="48960" cy="58320"/>
          </a:xfrm>
          <a:custGeom xmlns:a="http://schemas.openxmlformats.org/drawingml/2006/main">
            <a:rect l="0" t="0" r="r" b="b"/>
            <a:pathLst>
              <a:path w="136" h="162">
                <a:moveTo>
                  <a:pt x="89" y="5"/>
                </a:moveTo>
                <a:cubicBezTo>
                  <a:pt x="43" y="-14"/>
                  <a:pt x="12" y="31"/>
                  <a:pt x="5" y="56"/>
                </a:cubicBezTo>
                <a:cubicBezTo>
                  <a:pt x="-8" y="92"/>
                  <a:pt x="8" y="133"/>
                  <a:pt x="12" y="142"/>
                </a:cubicBezTo>
                <a:cubicBezTo>
                  <a:pt x="15" y="149"/>
                  <a:pt x="49" y="178"/>
                  <a:pt x="125" y="150"/>
                </a:cubicBezTo>
                <a:cubicBezTo>
                  <a:pt x="123" y="150"/>
                  <a:pt x="143" y="109"/>
                  <a:pt x="134" y="70"/>
                </a:cubicBezTo>
                <a:cubicBezTo>
                  <a:pt x="119" y="49"/>
                  <a:pt x="129" y="20"/>
                  <a:pt x="89" y="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3320" rIns="90000" bIns="133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8" name="">
            <a:extLst xmlns:a="http://schemas.openxmlformats.org/drawingml/2006/main">
              <a:ext uri="{FF2B5EF4-FFF2-40B4-BE49-F238E27FC236}">
                <a16:creationId xmlns:a16="http://schemas.microsoft.com/office/drawing/2014/main" id="{25682C1E-65F6-42B4-B5DC-C764961053ED}"/>
              </a:ext>
            </a:extLst>
          </p:cNvPr>
          <p:cNvSpPr>
            <a:spLocks xmlns:a="http://schemas.openxmlformats.org/drawingml/2006/main" noGrp="1"/>
          </p:cNvSpPr>
          <p:nvPr/>
        </p:nvSpPr>
        <p:spPr>
          <a:xfrm xmlns:a="http://schemas.openxmlformats.org/drawingml/2006/main" rot="0" flipH="0" flipV="0">
            <a:off x="1378080" y="4950720"/>
            <a:ext cx="51480" cy="62640"/>
          </a:xfrm>
          <a:custGeom xmlns:a="http://schemas.openxmlformats.org/drawingml/2006/main">
            <a:rect l="0" t="0" r="r" b="b"/>
            <a:pathLst>
              <a:path w="143" h="174">
                <a:moveTo>
                  <a:pt x="126" y="28"/>
                </a:moveTo>
                <a:cubicBezTo>
                  <a:pt x="120" y="21"/>
                  <a:pt x="114" y="14"/>
                  <a:pt x="106" y="10"/>
                </a:cubicBezTo>
                <a:cubicBezTo>
                  <a:pt x="103" y="7"/>
                  <a:pt x="98" y="5"/>
                  <a:pt x="94" y="4"/>
                </a:cubicBezTo>
                <a:cubicBezTo>
                  <a:pt x="89" y="2"/>
                  <a:pt x="84" y="1"/>
                  <a:pt x="80" y="1"/>
                </a:cubicBezTo>
                <a:cubicBezTo>
                  <a:pt x="61" y="-2"/>
                  <a:pt x="43" y="7"/>
                  <a:pt x="30" y="19"/>
                </a:cubicBezTo>
                <a:cubicBezTo>
                  <a:pt x="18" y="31"/>
                  <a:pt x="7" y="48"/>
                  <a:pt x="3" y="67"/>
                </a:cubicBezTo>
                <a:cubicBezTo>
                  <a:pt x="-2" y="85"/>
                  <a:pt x="0" y="104"/>
                  <a:pt x="4" y="123"/>
                </a:cubicBezTo>
                <a:cubicBezTo>
                  <a:pt x="6" y="132"/>
                  <a:pt x="9" y="141"/>
                  <a:pt x="14" y="149"/>
                </a:cubicBezTo>
                <a:cubicBezTo>
                  <a:pt x="14" y="150"/>
                  <a:pt x="14" y="151"/>
                  <a:pt x="15" y="152"/>
                </a:cubicBezTo>
                <a:cubicBezTo>
                  <a:pt x="15" y="154"/>
                  <a:pt x="15" y="156"/>
                  <a:pt x="15" y="157"/>
                </a:cubicBezTo>
                <a:cubicBezTo>
                  <a:pt x="15" y="158"/>
                  <a:pt x="16" y="158"/>
                  <a:pt x="17" y="158"/>
                </a:cubicBezTo>
                <a:cubicBezTo>
                  <a:pt x="18" y="160"/>
                  <a:pt x="20" y="161"/>
                  <a:pt x="23" y="163"/>
                </a:cubicBezTo>
                <a:cubicBezTo>
                  <a:pt x="27" y="166"/>
                  <a:pt x="30" y="167"/>
                  <a:pt x="35" y="169"/>
                </a:cubicBezTo>
                <a:cubicBezTo>
                  <a:pt x="52" y="175"/>
                  <a:pt x="69" y="175"/>
                  <a:pt x="86" y="173"/>
                </a:cubicBezTo>
                <a:cubicBezTo>
                  <a:pt x="103" y="170"/>
                  <a:pt x="118" y="166"/>
                  <a:pt x="134" y="158"/>
                </a:cubicBezTo>
                <a:cubicBezTo>
                  <a:pt x="118" y="161"/>
                  <a:pt x="101" y="166"/>
                  <a:pt x="86" y="166"/>
                </a:cubicBezTo>
                <a:cubicBezTo>
                  <a:pt x="70" y="166"/>
                  <a:pt x="54" y="164"/>
                  <a:pt x="40" y="158"/>
                </a:cubicBezTo>
                <a:cubicBezTo>
                  <a:pt x="37" y="157"/>
                  <a:pt x="34" y="155"/>
                  <a:pt x="30" y="152"/>
                </a:cubicBezTo>
                <a:cubicBezTo>
                  <a:pt x="29" y="150"/>
                  <a:pt x="27" y="150"/>
                  <a:pt x="27" y="149"/>
                </a:cubicBezTo>
                <a:cubicBezTo>
                  <a:pt x="26" y="148"/>
                  <a:pt x="26" y="147"/>
                  <a:pt x="26" y="146"/>
                </a:cubicBezTo>
                <a:cubicBezTo>
                  <a:pt x="23" y="138"/>
                  <a:pt x="21" y="130"/>
                  <a:pt x="18" y="123"/>
                </a:cubicBezTo>
                <a:cubicBezTo>
                  <a:pt x="15" y="106"/>
                  <a:pt x="14" y="89"/>
                  <a:pt x="18" y="74"/>
                </a:cubicBezTo>
                <a:cubicBezTo>
                  <a:pt x="21" y="59"/>
                  <a:pt x="30" y="45"/>
                  <a:pt x="41" y="34"/>
                </a:cubicBezTo>
                <a:cubicBezTo>
                  <a:pt x="52" y="24"/>
                  <a:pt x="66" y="16"/>
                  <a:pt x="80" y="18"/>
                </a:cubicBezTo>
                <a:cubicBezTo>
                  <a:pt x="83" y="18"/>
                  <a:pt x="86" y="17"/>
                  <a:pt x="90" y="19"/>
                </a:cubicBezTo>
                <a:cubicBezTo>
                  <a:pt x="93" y="20"/>
                  <a:pt x="98" y="21"/>
                  <a:pt x="101" y="22"/>
                </a:cubicBezTo>
                <a:cubicBezTo>
                  <a:pt x="109" y="25"/>
                  <a:pt x="115" y="30"/>
                  <a:pt x="120" y="36"/>
                </a:cubicBezTo>
                <a:cubicBezTo>
                  <a:pt x="130" y="45"/>
                  <a:pt x="138" y="61"/>
                  <a:pt x="143" y="79"/>
                </a:cubicBezTo>
                <a:cubicBezTo>
                  <a:pt x="143" y="61"/>
                  <a:pt x="137" y="44"/>
                  <a:pt x="126"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9" name="">
            <a:extLst xmlns:a="http://schemas.openxmlformats.org/drawingml/2006/main">
              <a:ext uri="{FF2B5EF4-FFF2-40B4-BE49-F238E27FC236}">
                <a16:creationId xmlns:a16="http://schemas.microsoft.com/office/drawing/2014/main" id="{3509A1EC-AF0A-4005-990A-AC38B76C0F67}"/>
              </a:ext>
            </a:extLst>
          </p:cNvPr>
          <p:cNvSpPr>
            <a:spLocks xmlns:a="http://schemas.openxmlformats.org/drawingml/2006/main" noGrp="1"/>
          </p:cNvSpPr>
          <p:nvPr/>
        </p:nvSpPr>
        <p:spPr>
          <a:xfrm xmlns:a="http://schemas.openxmlformats.org/drawingml/2006/main" rot="0" flipH="0" flipV="0">
            <a:off x="1393920" y="4967640"/>
            <a:ext cx="28800" cy="35280"/>
          </a:xfrm>
          <a:custGeom xmlns:a="http://schemas.openxmlformats.org/drawingml/2006/main">
            <a:rect l="0" t="0" r="r" b="b"/>
            <a:pathLst>
              <a:path w="80" h="98">
                <a:moveTo>
                  <a:pt x="0" y="49"/>
                </a:moveTo>
                <a:cubicBezTo>
                  <a:pt x="0" y="58"/>
                  <a:pt x="2" y="66"/>
                  <a:pt x="6" y="74"/>
                </a:cubicBezTo>
                <a:cubicBezTo>
                  <a:pt x="9" y="81"/>
                  <a:pt x="14" y="87"/>
                  <a:pt x="20" y="92"/>
                </a:cubicBezTo>
                <a:cubicBezTo>
                  <a:pt x="26" y="96"/>
                  <a:pt x="33" y="98"/>
                  <a:pt x="40" y="98"/>
                </a:cubicBezTo>
                <a:cubicBezTo>
                  <a:pt x="47" y="98"/>
                  <a:pt x="54" y="96"/>
                  <a:pt x="60" y="92"/>
                </a:cubicBezTo>
                <a:cubicBezTo>
                  <a:pt x="66" y="87"/>
                  <a:pt x="71" y="81"/>
                  <a:pt x="75" y="74"/>
                </a:cubicBezTo>
                <a:cubicBezTo>
                  <a:pt x="78" y="66"/>
                  <a:pt x="80" y="58"/>
                  <a:pt x="80" y="49"/>
                </a:cubicBezTo>
                <a:cubicBezTo>
                  <a:pt x="80" y="40"/>
                  <a:pt x="78" y="32"/>
                  <a:pt x="75" y="24"/>
                </a:cubicBezTo>
                <a:cubicBezTo>
                  <a:pt x="71" y="17"/>
                  <a:pt x="66" y="10"/>
                  <a:pt x="60" y="6"/>
                </a:cubicBezTo>
                <a:cubicBezTo>
                  <a:pt x="54" y="1"/>
                  <a:pt x="47" y="0"/>
                  <a:pt x="40" y="0"/>
                </a:cubicBezTo>
                <a:cubicBezTo>
                  <a:pt x="33" y="0"/>
                  <a:pt x="26" y="1"/>
                  <a:pt x="20" y="6"/>
                </a:cubicBezTo>
                <a:cubicBezTo>
                  <a:pt x="14" y="10"/>
                  <a:pt x="9" y="17"/>
                  <a:pt x="6" y="24"/>
                </a:cubicBezTo>
                <a:cubicBezTo>
                  <a:pt x="2" y="32"/>
                  <a:pt x="0" y="40"/>
                  <a:pt x="0" y="4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9720" rIns="90000" bIns="-97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0" name="">
            <a:extLst xmlns:a="http://schemas.openxmlformats.org/drawingml/2006/main">
              <a:ext uri="{FF2B5EF4-FFF2-40B4-BE49-F238E27FC236}">
                <a16:creationId xmlns:a16="http://schemas.microsoft.com/office/drawing/2014/main" id="{B123C443-6B7B-441B-9B47-22133A77716F}"/>
              </a:ext>
            </a:extLst>
          </p:cNvPr>
          <p:cNvSpPr>
            <a:spLocks xmlns:a="http://schemas.openxmlformats.org/drawingml/2006/main" noGrp="1"/>
          </p:cNvSpPr>
          <p:nvPr/>
        </p:nvSpPr>
        <p:spPr>
          <a:xfrm xmlns:a="http://schemas.openxmlformats.org/drawingml/2006/main" rot="0" flipH="0" flipV="0">
            <a:off x="1474920" y="4953600"/>
            <a:ext cx="48960" cy="58320"/>
          </a:xfrm>
          <a:custGeom xmlns:a="http://schemas.openxmlformats.org/drawingml/2006/main">
            <a:rect l="0" t="0" r="r" b="b"/>
            <a:pathLst>
              <a:path w="136" h="162">
                <a:moveTo>
                  <a:pt x="47" y="5"/>
                </a:moveTo>
                <a:cubicBezTo>
                  <a:pt x="93" y="-14"/>
                  <a:pt x="124" y="31"/>
                  <a:pt x="131" y="56"/>
                </a:cubicBezTo>
                <a:cubicBezTo>
                  <a:pt x="144" y="92"/>
                  <a:pt x="128" y="134"/>
                  <a:pt x="124" y="142"/>
                </a:cubicBezTo>
                <a:cubicBezTo>
                  <a:pt x="120" y="150"/>
                  <a:pt x="87" y="178"/>
                  <a:pt x="11" y="150"/>
                </a:cubicBezTo>
                <a:cubicBezTo>
                  <a:pt x="13" y="150"/>
                  <a:pt x="-6" y="109"/>
                  <a:pt x="2" y="70"/>
                </a:cubicBezTo>
                <a:cubicBezTo>
                  <a:pt x="17" y="49"/>
                  <a:pt x="7" y="20"/>
                  <a:pt x="47" y="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3320" rIns="90000" bIns="133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1" name="">
            <a:extLst xmlns:a="http://schemas.openxmlformats.org/drawingml/2006/main">
              <a:ext uri="{FF2B5EF4-FFF2-40B4-BE49-F238E27FC236}">
                <a16:creationId xmlns:a16="http://schemas.microsoft.com/office/drawing/2014/main" id="{A8D458FE-9EC0-4A1B-AF53-24AE085BFF04}"/>
              </a:ext>
            </a:extLst>
          </p:cNvPr>
          <p:cNvSpPr>
            <a:spLocks xmlns:a="http://schemas.openxmlformats.org/drawingml/2006/main" noGrp="1"/>
          </p:cNvSpPr>
          <p:nvPr/>
        </p:nvSpPr>
        <p:spPr>
          <a:xfrm xmlns:a="http://schemas.openxmlformats.org/drawingml/2006/main" rot="0" flipH="0" flipV="0">
            <a:off x="1475640" y="4951080"/>
            <a:ext cx="51840" cy="61920"/>
          </a:xfrm>
          <a:custGeom xmlns:a="http://schemas.openxmlformats.org/drawingml/2006/main">
            <a:rect l="0" t="0" r="r" b="b"/>
            <a:pathLst>
              <a:path w="144" h="172">
                <a:moveTo>
                  <a:pt x="23" y="33"/>
                </a:moveTo>
                <a:cubicBezTo>
                  <a:pt x="29" y="27"/>
                  <a:pt x="35" y="23"/>
                  <a:pt x="42" y="20"/>
                </a:cubicBezTo>
                <a:cubicBezTo>
                  <a:pt x="45" y="18"/>
                  <a:pt x="49" y="17"/>
                  <a:pt x="52" y="17"/>
                </a:cubicBezTo>
                <a:cubicBezTo>
                  <a:pt x="55" y="15"/>
                  <a:pt x="60" y="15"/>
                  <a:pt x="63" y="15"/>
                </a:cubicBezTo>
                <a:cubicBezTo>
                  <a:pt x="77" y="15"/>
                  <a:pt x="92" y="21"/>
                  <a:pt x="102" y="32"/>
                </a:cubicBezTo>
                <a:cubicBezTo>
                  <a:pt x="112" y="43"/>
                  <a:pt x="122" y="58"/>
                  <a:pt x="125" y="72"/>
                </a:cubicBezTo>
                <a:cubicBezTo>
                  <a:pt x="128" y="86"/>
                  <a:pt x="128" y="103"/>
                  <a:pt x="125" y="120"/>
                </a:cubicBezTo>
                <a:cubicBezTo>
                  <a:pt x="123" y="128"/>
                  <a:pt x="120" y="137"/>
                  <a:pt x="117" y="143"/>
                </a:cubicBezTo>
                <a:cubicBezTo>
                  <a:pt x="116" y="144"/>
                  <a:pt x="116" y="145"/>
                  <a:pt x="115" y="146"/>
                </a:cubicBezTo>
                <a:cubicBezTo>
                  <a:pt x="114" y="148"/>
                  <a:pt x="112" y="148"/>
                  <a:pt x="112" y="149"/>
                </a:cubicBezTo>
                <a:cubicBezTo>
                  <a:pt x="109" y="151"/>
                  <a:pt x="106" y="154"/>
                  <a:pt x="103" y="156"/>
                </a:cubicBezTo>
                <a:cubicBezTo>
                  <a:pt x="89" y="162"/>
                  <a:pt x="74" y="165"/>
                  <a:pt x="57" y="163"/>
                </a:cubicBezTo>
                <a:cubicBezTo>
                  <a:pt x="42" y="163"/>
                  <a:pt x="25" y="160"/>
                  <a:pt x="9" y="156"/>
                </a:cubicBezTo>
                <a:cubicBezTo>
                  <a:pt x="25" y="163"/>
                  <a:pt x="40" y="168"/>
                  <a:pt x="57" y="171"/>
                </a:cubicBezTo>
                <a:cubicBezTo>
                  <a:pt x="74" y="174"/>
                  <a:pt x="91" y="172"/>
                  <a:pt x="108" y="166"/>
                </a:cubicBezTo>
                <a:cubicBezTo>
                  <a:pt x="112" y="165"/>
                  <a:pt x="115" y="163"/>
                  <a:pt x="120" y="160"/>
                </a:cubicBezTo>
                <a:cubicBezTo>
                  <a:pt x="122" y="159"/>
                  <a:pt x="125" y="157"/>
                  <a:pt x="126" y="156"/>
                </a:cubicBezTo>
                <a:cubicBezTo>
                  <a:pt x="127" y="156"/>
                  <a:pt x="127" y="155"/>
                  <a:pt x="128" y="154"/>
                </a:cubicBezTo>
                <a:cubicBezTo>
                  <a:pt x="128" y="154"/>
                  <a:pt x="129" y="153"/>
                  <a:pt x="129" y="152"/>
                </a:cubicBezTo>
                <a:lnTo>
                  <a:pt x="129" y="151"/>
                </a:lnTo>
                <a:cubicBezTo>
                  <a:pt x="130" y="151"/>
                  <a:pt x="130" y="150"/>
                  <a:pt x="131" y="149"/>
                </a:cubicBezTo>
                <a:cubicBezTo>
                  <a:pt x="134" y="140"/>
                  <a:pt x="137" y="132"/>
                  <a:pt x="140" y="123"/>
                </a:cubicBezTo>
                <a:cubicBezTo>
                  <a:pt x="145" y="105"/>
                  <a:pt x="145" y="86"/>
                  <a:pt x="142" y="67"/>
                </a:cubicBezTo>
                <a:cubicBezTo>
                  <a:pt x="137" y="49"/>
                  <a:pt x="126" y="32"/>
                  <a:pt x="114" y="20"/>
                </a:cubicBezTo>
                <a:cubicBezTo>
                  <a:pt x="100" y="7"/>
                  <a:pt x="83" y="-2"/>
                  <a:pt x="65" y="1"/>
                </a:cubicBezTo>
                <a:cubicBezTo>
                  <a:pt x="60" y="1"/>
                  <a:pt x="55" y="3"/>
                  <a:pt x="51" y="4"/>
                </a:cubicBezTo>
                <a:cubicBezTo>
                  <a:pt x="46" y="6"/>
                  <a:pt x="43" y="7"/>
                  <a:pt x="38" y="10"/>
                </a:cubicBezTo>
                <a:cubicBezTo>
                  <a:pt x="31" y="15"/>
                  <a:pt x="25" y="21"/>
                  <a:pt x="18" y="29"/>
                </a:cubicBezTo>
                <a:cubicBezTo>
                  <a:pt x="8" y="41"/>
                  <a:pt x="2" y="60"/>
                  <a:pt x="0" y="78"/>
                </a:cubicBezTo>
                <a:cubicBezTo>
                  <a:pt x="5" y="61"/>
                  <a:pt x="11" y="44"/>
                  <a:pt x="23" y="3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6920" rIns="90000" bIns="169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2" name="">
            <a:extLst xmlns:a="http://schemas.openxmlformats.org/drawingml/2006/main">
              <a:ext uri="{FF2B5EF4-FFF2-40B4-BE49-F238E27FC236}">
                <a16:creationId xmlns:a16="http://schemas.microsoft.com/office/drawing/2014/main" id="{8CA6A8A4-54B6-4627-980E-6E94E6BE5BD9}"/>
              </a:ext>
            </a:extLst>
          </p:cNvPr>
          <p:cNvSpPr>
            <a:spLocks xmlns:a="http://schemas.openxmlformats.org/drawingml/2006/main" noGrp="1"/>
          </p:cNvSpPr>
          <p:nvPr/>
        </p:nvSpPr>
        <p:spPr>
          <a:xfrm xmlns:a="http://schemas.openxmlformats.org/drawingml/2006/main" rot="0" flipH="0" flipV="0">
            <a:off x="1482840" y="4967640"/>
            <a:ext cx="28800" cy="35280"/>
          </a:xfrm>
          <a:custGeom xmlns:a="http://schemas.openxmlformats.org/drawingml/2006/main">
            <a:rect l="0" t="0" r="r" b="b"/>
            <a:pathLst>
              <a:path w="80" h="98">
                <a:moveTo>
                  <a:pt x="0" y="49"/>
                </a:moveTo>
                <a:cubicBezTo>
                  <a:pt x="0" y="58"/>
                  <a:pt x="1" y="66"/>
                  <a:pt x="5" y="74"/>
                </a:cubicBezTo>
                <a:cubicBezTo>
                  <a:pt x="9" y="81"/>
                  <a:pt x="14" y="87"/>
                  <a:pt x="20" y="92"/>
                </a:cubicBezTo>
                <a:cubicBezTo>
                  <a:pt x="26" y="96"/>
                  <a:pt x="33" y="98"/>
                  <a:pt x="40" y="98"/>
                </a:cubicBezTo>
                <a:cubicBezTo>
                  <a:pt x="47" y="98"/>
                  <a:pt x="54" y="96"/>
                  <a:pt x="60" y="92"/>
                </a:cubicBezTo>
                <a:cubicBezTo>
                  <a:pt x="66" y="87"/>
                  <a:pt x="71" y="81"/>
                  <a:pt x="75" y="74"/>
                </a:cubicBezTo>
                <a:cubicBezTo>
                  <a:pt x="78" y="66"/>
                  <a:pt x="80" y="58"/>
                  <a:pt x="80" y="49"/>
                </a:cubicBezTo>
                <a:cubicBezTo>
                  <a:pt x="80" y="40"/>
                  <a:pt x="78" y="32"/>
                  <a:pt x="75" y="24"/>
                </a:cubicBezTo>
                <a:cubicBezTo>
                  <a:pt x="71" y="17"/>
                  <a:pt x="66" y="10"/>
                  <a:pt x="60" y="6"/>
                </a:cubicBezTo>
                <a:cubicBezTo>
                  <a:pt x="54" y="1"/>
                  <a:pt x="47" y="0"/>
                  <a:pt x="40" y="0"/>
                </a:cubicBezTo>
                <a:cubicBezTo>
                  <a:pt x="33" y="0"/>
                  <a:pt x="26" y="1"/>
                  <a:pt x="20" y="6"/>
                </a:cubicBezTo>
                <a:cubicBezTo>
                  <a:pt x="14" y="10"/>
                  <a:pt x="9" y="17"/>
                  <a:pt x="5" y="24"/>
                </a:cubicBezTo>
                <a:cubicBezTo>
                  <a:pt x="2" y="32"/>
                  <a:pt x="0" y="40"/>
                  <a:pt x="0" y="4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9720" rIns="90000" bIns="-97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3" name="">
            <a:extLst xmlns:a="http://schemas.openxmlformats.org/drawingml/2006/main">
              <a:ext uri="{FF2B5EF4-FFF2-40B4-BE49-F238E27FC236}">
                <a16:creationId xmlns:a16="http://schemas.microsoft.com/office/drawing/2014/main" id="{57079AD1-AF2B-4607-8DA0-206295D3621D}"/>
              </a:ext>
            </a:extLst>
          </p:cNvPr>
          <p:cNvSpPr>
            <a:spLocks xmlns:a="http://schemas.openxmlformats.org/drawingml/2006/main" noGrp="1"/>
          </p:cNvSpPr>
          <p:nvPr/>
        </p:nvSpPr>
        <p:spPr>
          <a:xfrm xmlns:a="http://schemas.openxmlformats.org/drawingml/2006/main" rot="0" flipH="0" flipV="0">
            <a:off x="1438200" y="5029920"/>
            <a:ext cx="29520" cy="24120"/>
          </a:xfrm>
          <a:custGeom xmlns:a="http://schemas.openxmlformats.org/drawingml/2006/main">
            <a:rect l="0" t="0" r="r" b="b"/>
            <a:pathLst>
              <a:path w="82" h="67">
                <a:moveTo>
                  <a:pt x="82" y="0"/>
                </a:moveTo>
                <a:cubicBezTo>
                  <a:pt x="55" y="0"/>
                  <a:pt x="27" y="0"/>
                  <a:pt x="0" y="0"/>
                </a:cubicBezTo>
                <a:cubicBezTo>
                  <a:pt x="0" y="22"/>
                  <a:pt x="0" y="45"/>
                  <a:pt x="0" y="67"/>
                </a:cubicBezTo>
                <a:cubicBezTo>
                  <a:pt x="27" y="67"/>
                  <a:pt x="55" y="67"/>
                  <a:pt x="82" y="67"/>
                </a:cubicBezTo>
                <a:cubicBezTo>
                  <a:pt x="82" y="45"/>
                  <a:pt x="82" y="22"/>
                  <a:pt x="82"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0880" rIns="90000" bIns="-208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4" name="">
            <a:extLst xmlns:a="http://schemas.openxmlformats.org/drawingml/2006/main">
              <a:ext uri="{FF2B5EF4-FFF2-40B4-BE49-F238E27FC236}">
                <a16:creationId xmlns:a16="http://schemas.microsoft.com/office/drawing/2014/main" id="{1CB97558-8483-49A3-9B42-EDEF5730106A}"/>
              </a:ext>
            </a:extLst>
          </p:cNvPr>
          <p:cNvSpPr>
            <a:spLocks xmlns:a="http://schemas.openxmlformats.org/drawingml/2006/main" noGrp="1"/>
          </p:cNvSpPr>
          <p:nvPr/>
        </p:nvSpPr>
        <p:spPr>
          <a:xfrm xmlns:a="http://schemas.openxmlformats.org/drawingml/2006/main" rot="0" flipH="0" flipV="0">
            <a:off x="1397880" y="5009400"/>
            <a:ext cx="110880" cy="39240"/>
          </a:xfrm>
          <a:custGeom xmlns:a="http://schemas.openxmlformats.org/drawingml/2006/main">
            <a:rect l="0" t="0" r="r" b="b"/>
            <a:pathLst>
              <a:path w="308" h="109">
                <a:moveTo>
                  <a:pt x="75" y="94"/>
                </a:moveTo>
                <a:cubicBezTo>
                  <a:pt x="91" y="92"/>
                  <a:pt x="106" y="88"/>
                  <a:pt x="119" y="81"/>
                </a:cubicBezTo>
                <a:cubicBezTo>
                  <a:pt x="131" y="73"/>
                  <a:pt x="140" y="63"/>
                  <a:pt x="142" y="52"/>
                </a:cubicBezTo>
                <a:cubicBezTo>
                  <a:pt x="145" y="35"/>
                  <a:pt x="149" y="17"/>
                  <a:pt x="152" y="0"/>
                </a:cubicBezTo>
                <a:cubicBezTo>
                  <a:pt x="156" y="17"/>
                  <a:pt x="159" y="35"/>
                  <a:pt x="163" y="52"/>
                </a:cubicBezTo>
                <a:cubicBezTo>
                  <a:pt x="166" y="64"/>
                  <a:pt x="173" y="73"/>
                  <a:pt x="186" y="81"/>
                </a:cubicBezTo>
                <a:cubicBezTo>
                  <a:pt x="198" y="88"/>
                  <a:pt x="214" y="94"/>
                  <a:pt x="229" y="94"/>
                </a:cubicBezTo>
                <a:cubicBezTo>
                  <a:pt x="246" y="94"/>
                  <a:pt x="262" y="92"/>
                  <a:pt x="275" y="84"/>
                </a:cubicBezTo>
                <a:cubicBezTo>
                  <a:pt x="289" y="78"/>
                  <a:pt x="302" y="67"/>
                  <a:pt x="308" y="54"/>
                </a:cubicBezTo>
                <a:cubicBezTo>
                  <a:pt x="306" y="69"/>
                  <a:pt x="297" y="83"/>
                  <a:pt x="283" y="92"/>
                </a:cubicBezTo>
                <a:cubicBezTo>
                  <a:pt x="269" y="101"/>
                  <a:pt x="249" y="107"/>
                  <a:pt x="231" y="109"/>
                </a:cubicBezTo>
                <a:cubicBezTo>
                  <a:pt x="211" y="110"/>
                  <a:pt x="192" y="106"/>
                  <a:pt x="175" y="97"/>
                </a:cubicBezTo>
                <a:cubicBezTo>
                  <a:pt x="166" y="92"/>
                  <a:pt x="160" y="86"/>
                  <a:pt x="154" y="78"/>
                </a:cubicBezTo>
                <a:cubicBezTo>
                  <a:pt x="148" y="86"/>
                  <a:pt x="140" y="92"/>
                  <a:pt x="132" y="97"/>
                </a:cubicBezTo>
                <a:cubicBezTo>
                  <a:pt x="115" y="106"/>
                  <a:pt x="95" y="110"/>
                  <a:pt x="77" y="109"/>
                </a:cubicBezTo>
                <a:cubicBezTo>
                  <a:pt x="59" y="109"/>
                  <a:pt x="39" y="103"/>
                  <a:pt x="25" y="92"/>
                </a:cubicBezTo>
                <a:cubicBezTo>
                  <a:pt x="11" y="83"/>
                  <a:pt x="0" y="67"/>
                  <a:pt x="0" y="54"/>
                </a:cubicBezTo>
                <a:cubicBezTo>
                  <a:pt x="3" y="66"/>
                  <a:pt x="15" y="77"/>
                  <a:pt x="29" y="84"/>
                </a:cubicBezTo>
                <a:cubicBezTo>
                  <a:pt x="43" y="90"/>
                  <a:pt x="60" y="94"/>
                  <a:pt x="75" y="9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5760" rIns="90000" bIns="-57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5" name="">
            <a:extLst xmlns:a="http://schemas.openxmlformats.org/drawingml/2006/main">
              <a:ext uri="{FF2B5EF4-FFF2-40B4-BE49-F238E27FC236}">
                <a16:creationId xmlns:a16="http://schemas.microsoft.com/office/drawing/2014/main" id="{9C000C0E-99E3-4B73-9F57-6C0216A9A6FE}"/>
              </a:ext>
            </a:extLst>
          </p:cNvPr>
          <p:cNvSpPr>
            <a:spLocks xmlns:a="http://schemas.openxmlformats.org/drawingml/2006/main" noGrp="1"/>
          </p:cNvSpPr>
          <p:nvPr/>
        </p:nvSpPr>
        <p:spPr>
          <a:xfrm xmlns:a="http://schemas.openxmlformats.org/drawingml/2006/main" rot="0" flipH="0" flipV="0">
            <a:off x="1432080" y="5002200"/>
            <a:ext cx="42120" cy="19800"/>
          </a:xfrm>
          <a:custGeom xmlns:a="http://schemas.openxmlformats.org/drawingml/2006/main">
            <a:rect l="0" t="0" r="r" b="b"/>
            <a:pathLst>
              <a:path w="117" h="55">
                <a:moveTo>
                  <a:pt x="59" y="0"/>
                </a:moveTo>
                <a:cubicBezTo>
                  <a:pt x="70" y="0"/>
                  <a:pt x="102" y="0"/>
                  <a:pt x="114" y="9"/>
                </a:cubicBezTo>
                <a:cubicBezTo>
                  <a:pt x="122" y="15"/>
                  <a:pt x="116" y="30"/>
                  <a:pt x="96" y="44"/>
                </a:cubicBezTo>
                <a:cubicBezTo>
                  <a:pt x="82" y="54"/>
                  <a:pt x="70" y="55"/>
                  <a:pt x="60" y="55"/>
                </a:cubicBezTo>
                <a:cubicBezTo>
                  <a:pt x="50" y="55"/>
                  <a:pt x="37" y="52"/>
                  <a:pt x="25" y="44"/>
                </a:cubicBezTo>
                <a:cubicBezTo>
                  <a:pt x="0" y="30"/>
                  <a:pt x="-4" y="15"/>
                  <a:pt x="4" y="9"/>
                </a:cubicBezTo>
                <a:cubicBezTo>
                  <a:pt x="14" y="0"/>
                  <a:pt x="48" y="0"/>
                  <a:pt x="59"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200" rIns="90000" bIns="-252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6" name="">
            <a:extLst xmlns:a="http://schemas.openxmlformats.org/drawingml/2006/main">
              <a:ext uri="{FF2B5EF4-FFF2-40B4-BE49-F238E27FC236}">
                <a16:creationId xmlns:a16="http://schemas.microsoft.com/office/drawing/2014/main" id="{927FDD07-3702-44AF-ACA0-14FB69A13C76}"/>
              </a:ext>
            </a:extLst>
          </p:cNvPr>
          <p:cNvSpPr>
            <a:spLocks xmlns:a="http://schemas.openxmlformats.org/drawingml/2006/main" noGrp="1"/>
          </p:cNvSpPr>
          <p:nvPr/>
        </p:nvSpPr>
        <p:spPr>
          <a:xfrm xmlns:a="http://schemas.openxmlformats.org/drawingml/2006/main">
            <a:off x="6666840" y="4873680"/>
            <a:ext cx="151560" cy="228960"/>
          </a:xfrm>
          <a:custGeom xmlns:a="http://schemas.openxmlformats.org/drawingml/2006/main">
            <a:rect l="0" t="0" r="r" b="b"/>
            <a:pathLst>
              <a:path w="421" h="636">
                <a:moveTo>
                  <a:pt x="240" y="544"/>
                </a:moveTo>
                <a:cubicBezTo>
                  <a:pt x="360" y="440"/>
                  <a:pt x="432" y="313"/>
                  <a:pt x="420" y="143"/>
                </a:cubicBezTo>
                <a:cubicBezTo>
                  <a:pt x="415" y="76"/>
                  <a:pt x="390" y="32"/>
                  <a:pt x="360" y="5"/>
                </a:cubicBezTo>
                <a:cubicBezTo>
                  <a:pt x="337" y="-16"/>
                  <a:pt x="196" y="32"/>
                  <a:pt x="196" y="185"/>
                </a:cubicBezTo>
                <a:cubicBezTo>
                  <a:pt x="198" y="474"/>
                  <a:pt x="65" y="484"/>
                  <a:pt x="0" y="634"/>
                </a:cubicBezTo>
                <a:cubicBezTo>
                  <a:pt x="69" y="645"/>
                  <a:pt x="152" y="622"/>
                  <a:pt x="240" y="54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7" name="">
            <a:extLst xmlns:a="http://schemas.openxmlformats.org/drawingml/2006/main">
              <a:ext uri="{FF2B5EF4-FFF2-40B4-BE49-F238E27FC236}">
                <a16:creationId xmlns:a16="http://schemas.microsoft.com/office/drawing/2014/main" id="{759236A2-0060-4F2E-8877-BC6B32540F51}"/>
              </a:ext>
            </a:extLst>
          </p:cNvPr>
          <p:cNvSpPr>
            <a:spLocks xmlns:a="http://schemas.openxmlformats.org/drawingml/2006/main" noGrp="1"/>
          </p:cNvSpPr>
          <p:nvPr/>
        </p:nvSpPr>
        <p:spPr>
          <a:xfrm xmlns:a="http://schemas.openxmlformats.org/drawingml/2006/main">
            <a:off x="6652800" y="4866840"/>
            <a:ext cx="143640" cy="234000"/>
          </a:xfrm>
          <a:custGeom xmlns:a="http://schemas.openxmlformats.org/drawingml/2006/main">
            <a:rect l="0" t="0" r="r" b="b"/>
            <a:pathLst>
              <a:path w="399" h="650">
                <a:moveTo>
                  <a:pt x="399" y="24"/>
                </a:moveTo>
                <a:cubicBezTo>
                  <a:pt x="323" y="-55"/>
                  <a:pt x="187" y="77"/>
                  <a:pt x="187" y="197"/>
                </a:cubicBezTo>
                <a:cubicBezTo>
                  <a:pt x="187" y="487"/>
                  <a:pt x="67" y="513"/>
                  <a:pt x="0" y="643"/>
                </a:cubicBezTo>
                <a:cubicBezTo>
                  <a:pt x="12" y="646"/>
                  <a:pt x="11" y="650"/>
                  <a:pt x="37" y="650"/>
                </a:cubicBezTo>
                <a:cubicBezTo>
                  <a:pt x="122" y="582"/>
                  <a:pt x="249" y="453"/>
                  <a:pt x="249" y="231"/>
                </a:cubicBezTo>
                <a:cubicBezTo>
                  <a:pt x="249" y="93"/>
                  <a:pt x="318" y="35"/>
                  <a:pt x="399" y="2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8" name="">
            <a:extLst xmlns:a="http://schemas.openxmlformats.org/drawingml/2006/main">
              <a:ext uri="{FF2B5EF4-FFF2-40B4-BE49-F238E27FC236}">
                <a16:creationId xmlns:a16="http://schemas.microsoft.com/office/drawing/2014/main" id="{9D74F6D0-F46B-4F9D-8845-F8C7906719C3}"/>
              </a:ext>
            </a:extLst>
          </p:cNvPr>
          <p:cNvSpPr>
            <a:spLocks xmlns:a="http://schemas.openxmlformats.org/drawingml/2006/main" noGrp="1"/>
          </p:cNvSpPr>
          <p:nvPr/>
        </p:nvSpPr>
        <p:spPr>
          <a:xfrm xmlns:a="http://schemas.openxmlformats.org/drawingml/2006/main">
            <a:off x="6652800" y="4862520"/>
            <a:ext cx="135360" cy="235080"/>
          </a:xfrm>
          <a:custGeom xmlns:a="http://schemas.openxmlformats.org/drawingml/2006/main">
            <a:rect l="0" t="0" r="r" b="b"/>
            <a:pathLst>
              <a:path w="376" h="653">
                <a:moveTo>
                  <a:pt x="376" y="17"/>
                </a:moveTo>
                <a:cubicBezTo>
                  <a:pt x="288" y="-36"/>
                  <a:pt x="159" y="40"/>
                  <a:pt x="159" y="186"/>
                </a:cubicBezTo>
                <a:cubicBezTo>
                  <a:pt x="159" y="423"/>
                  <a:pt x="53" y="414"/>
                  <a:pt x="0" y="529"/>
                </a:cubicBezTo>
                <a:cubicBezTo>
                  <a:pt x="0" y="570"/>
                  <a:pt x="0" y="612"/>
                  <a:pt x="0" y="653"/>
                </a:cubicBezTo>
                <a:cubicBezTo>
                  <a:pt x="37" y="628"/>
                  <a:pt x="212" y="479"/>
                  <a:pt x="212" y="218"/>
                </a:cubicBezTo>
                <a:cubicBezTo>
                  <a:pt x="212" y="79"/>
                  <a:pt x="293" y="19"/>
                  <a:pt x="376" y="1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9" name="">
            <a:extLst xmlns:a="http://schemas.openxmlformats.org/drawingml/2006/main">
              <a:ext uri="{FF2B5EF4-FFF2-40B4-BE49-F238E27FC236}">
                <a16:creationId xmlns:a16="http://schemas.microsoft.com/office/drawing/2014/main" id="{62BED7D6-258D-4EEC-AE02-8FDD38045448}"/>
              </a:ext>
            </a:extLst>
          </p:cNvPr>
          <p:cNvSpPr>
            <a:spLocks xmlns:a="http://schemas.openxmlformats.org/drawingml/2006/main" noGrp="1"/>
          </p:cNvSpPr>
          <p:nvPr/>
        </p:nvSpPr>
        <p:spPr>
          <a:xfrm xmlns:a="http://schemas.openxmlformats.org/drawingml/2006/main">
            <a:off x="6320880" y="4901040"/>
            <a:ext cx="230040" cy="214200"/>
          </a:xfrm>
          <a:custGeom xmlns:a="http://schemas.openxmlformats.org/drawingml/2006/main">
            <a:rect l="0" t="0" r="r" b="b"/>
            <a:pathLst>
              <a:path w="639" h="595">
                <a:moveTo>
                  <a:pt x="4" y="88"/>
                </a:moveTo>
                <a:cubicBezTo>
                  <a:pt x="-28" y="19"/>
                  <a:pt x="140" y="-18"/>
                  <a:pt x="198" y="9"/>
                </a:cubicBezTo>
                <a:cubicBezTo>
                  <a:pt x="198" y="48"/>
                  <a:pt x="198" y="86"/>
                  <a:pt x="198" y="125"/>
                </a:cubicBezTo>
                <a:cubicBezTo>
                  <a:pt x="133" y="112"/>
                  <a:pt x="27" y="136"/>
                  <a:pt x="4" y="88"/>
                </a:cubicBezTo>
                <a:moveTo>
                  <a:pt x="390" y="571"/>
                </a:moveTo>
                <a:cubicBezTo>
                  <a:pt x="390" y="537"/>
                  <a:pt x="503" y="469"/>
                  <a:pt x="639" y="469"/>
                </a:cubicBezTo>
                <a:cubicBezTo>
                  <a:pt x="639" y="511"/>
                  <a:pt x="639" y="553"/>
                  <a:pt x="639" y="595"/>
                </a:cubicBezTo>
                <a:cubicBezTo>
                  <a:pt x="556" y="587"/>
                  <a:pt x="390" y="606"/>
                  <a:pt x="390" y="57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0" name="">
            <a:extLst xmlns:a="http://schemas.openxmlformats.org/drawingml/2006/main">
              <a:ext uri="{FF2B5EF4-FFF2-40B4-BE49-F238E27FC236}">
                <a16:creationId xmlns:a16="http://schemas.microsoft.com/office/drawing/2014/main" id="{C00CC5EE-9A13-42C8-90E2-E5C67A58680C}"/>
              </a:ext>
            </a:extLst>
          </p:cNvPr>
          <p:cNvSpPr>
            <a:spLocks xmlns:a="http://schemas.openxmlformats.org/drawingml/2006/main" noGrp="1"/>
          </p:cNvSpPr>
          <p:nvPr/>
        </p:nvSpPr>
        <p:spPr>
          <a:xfrm xmlns:a="http://schemas.openxmlformats.org/drawingml/2006/main">
            <a:off x="6404760" y="4830480"/>
            <a:ext cx="267480" cy="312840"/>
          </a:xfrm>
          <a:custGeom xmlns:a="http://schemas.openxmlformats.org/drawingml/2006/main">
            <a:rect l="0" t="0" r="r" b="b"/>
            <a:pathLst>
              <a:path w="743" h="869">
                <a:moveTo>
                  <a:pt x="714" y="335"/>
                </a:moveTo>
                <a:cubicBezTo>
                  <a:pt x="675" y="238"/>
                  <a:pt x="571" y="120"/>
                  <a:pt x="419" y="55"/>
                </a:cubicBezTo>
                <a:cubicBezTo>
                  <a:pt x="39" y="-111"/>
                  <a:pt x="-99" y="141"/>
                  <a:pt x="74" y="268"/>
                </a:cubicBezTo>
                <a:cubicBezTo>
                  <a:pt x="277" y="418"/>
                  <a:pt x="258" y="657"/>
                  <a:pt x="336" y="756"/>
                </a:cubicBezTo>
                <a:cubicBezTo>
                  <a:pt x="254" y="777"/>
                  <a:pt x="194" y="821"/>
                  <a:pt x="194" y="846"/>
                </a:cubicBezTo>
                <a:cubicBezTo>
                  <a:pt x="194" y="881"/>
                  <a:pt x="359" y="862"/>
                  <a:pt x="442" y="869"/>
                </a:cubicBezTo>
                <a:cubicBezTo>
                  <a:pt x="580" y="869"/>
                  <a:pt x="691" y="841"/>
                  <a:pt x="691" y="807"/>
                </a:cubicBezTo>
                <a:cubicBezTo>
                  <a:pt x="693" y="781"/>
                  <a:pt x="689" y="765"/>
                  <a:pt x="682" y="751"/>
                </a:cubicBezTo>
                <a:cubicBezTo>
                  <a:pt x="749" y="652"/>
                  <a:pt x="763" y="455"/>
                  <a:pt x="714" y="33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1" name="">
            <a:extLst xmlns:a="http://schemas.openxmlformats.org/drawingml/2006/main">
              <a:ext uri="{FF2B5EF4-FFF2-40B4-BE49-F238E27FC236}">
                <a16:creationId xmlns:a16="http://schemas.microsoft.com/office/drawing/2014/main" id="{34A1AE5E-184F-4283-B006-D661AC3BCE22}"/>
              </a:ext>
            </a:extLst>
          </p:cNvPr>
          <p:cNvSpPr>
            <a:spLocks xmlns:a="http://schemas.openxmlformats.org/drawingml/2006/main" noGrp="1"/>
          </p:cNvSpPr>
          <p:nvPr/>
        </p:nvSpPr>
        <p:spPr>
          <a:xfrm xmlns:a="http://schemas.openxmlformats.org/drawingml/2006/main">
            <a:off x="6508080" y="4936320"/>
            <a:ext cx="100080" cy="183960"/>
          </a:xfrm>
          <a:custGeom xmlns:a="http://schemas.openxmlformats.org/drawingml/2006/main">
            <a:rect l="0" t="0" r="r" b="b"/>
            <a:pathLst>
              <a:path w="278" h="511">
                <a:moveTo>
                  <a:pt x="255" y="0"/>
                </a:moveTo>
                <a:cubicBezTo>
                  <a:pt x="135" y="10"/>
                  <a:pt x="27" y="120"/>
                  <a:pt x="27" y="257"/>
                </a:cubicBezTo>
                <a:cubicBezTo>
                  <a:pt x="29" y="379"/>
                  <a:pt x="105" y="441"/>
                  <a:pt x="80" y="450"/>
                </a:cubicBezTo>
                <a:cubicBezTo>
                  <a:pt x="-123" y="522"/>
                  <a:pt x="107" y="469"/>
                  <a:pt x="268" y="510"/>
                </a:cubicBezTo>
                <a:cubicBezTo>
                  <a:pt x="319" y="524"/>
                  <a:pt x="160" y="347"/>
                  <a:pt x="160" y="206"/>
                </a:cubicBezTo>
                <a:cubicBezTo>
                  <a:pt x="160" y="120"/>
                  <a:pt x="197" y="47"/>
                  <a:pt x="255"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2" name="">
            <a:extLst xmlns:a="http://schemas.openxmlformats.org/drawingml/2006/main">
              <a:ext uri="{FF2B5EF4-FFF2-40B4-BE49-F238E27FC236}">
                <a16:creationId xmlns:a16="http://schemas.microsoft.com/office/drawing/2014/main" id="{6EB17A5F-EB35-4709-9C60-5E7329FBFD9E}"/>
              </a:ext>
            </a:extLst>
          </p:cNvPr>
          <p:cNvSpPr>
            <a:spLocks xmlns:a="http://schemas.openxmlformats.org/drawingml/2006/main" noGrp="1"/>
          </p:cNvSpPr>
          <p:nvPr/>
        </p:nvSpPr>
        <p:spPr>
          <a:xfrm xmlns:a="http://schemas.openxmlformats.org/drawingml/2006/main">
            <a:off x="6507000" y="4818960"/>
            <a:ext cx="180000" cy="281880"/>
          </a:xfrm>
          <a:custGeom xmlns:a="http://schemas.openxmlformats.org/drawingml/2006/main">
            <a:rect l="0" t="0" r="r" b="b"/>
            <a:pathLst>
              <a:path w="500" h="783">
                <a:moveTo>
                  <a:pt x="138" y="34"/>
                </a:moveTo>
                <a:cubicBezTo>
                  <a:pt x="87" y="18"/>
                  <a:pt x="41" y="7"/>
                  <a:pt x="0" y="0"/>
                </a:cubicBezTo>
                <a:cubicBezTo>
                  <a:pt x="4" y="18"/>
                  <a:pt x="7" y="39"/>
                  <a:pt x="9" y="57"/>
                </a:cubicBezTo>
                <a:cubicBezTo>
                  <a:pt x="293" y="129"/>
                  <a:pt x="567" y="417"/>
                  <a:pt x="399" y="783"/>
                </a:cubicBezTo>
                <a:cubicBezTo>
                  <a:pt x="480" y="669"/>
                  <a:pt x="500" y="572"/>
                  <a:pt x="500" y="424"/>
                </a:cubicBezTo>
                <a:cubicBezTo>
                  <a:pt x="500" y="265"/>
                  <a:pt x="279" y="78"/>
                  <a:pt x="138" y="3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3" name="">
            <a:extLst xmlns:a="http://schemas.openxmlformats.org/drawingml/2006/main">
              <a:ext uri="{FF2B5EF4-FFF2-40B4-BE49-F238E27FC236}">
                <a16:creationId xmlns:a16="http://schemas.microsoft.com/office/drawing/2014/main" id="{F99558F3-9CD2-4D34-9426-979BAF45FA69}"/>
              </a:ext>
            </a:extLst>
          </p:cNvPr>
          <p:cNvSpPr>
            <a:spLocks xmlns:a="http://schemas.openxmlformats.org/drawingml/2006/main" noGrp="1"/>
          </p:cNvSpPr>
          <p:nvPr/>
        </p:nvSpPr>
        <p:spPr>
          <a:xfrm xmlns:a="http://schemas.openxmlformats.org/drawingml/2006/main">
            <a:off x="6503400" y="4811400"/>
            <a:ext cx="196920" cy="290520"/>
          </a:xfrm>
          <a:custGeom xmlns:a="http://schemas.openxmlformats.org/drawingml/2006/main">
            <a:rect l="0" t="0" r="r" b="b"/>
            <a:pathLst>
              <a:path w="547" h="807">
                <a:moveTo>
                  <a:pt x="0" y="0"/>
                </a:moveTo>
                <a:cubicBezTo>
                  <a:pt x="10" y="14"/>
                  <a:pt x="14" y="32"/>
                  <a:pt x="17" y="51"/>
                </a:cubicBezTo>
                <a:cubicBezTo>
                  <a:pt x="259" y="118"/>
                  <a:pt x="490" y="272"/>
                  <a:pt x="490" y="547"/>
                </a:cubicBezTo>
                <a:cubicBezTo>
                  <a:pt x="490" y="609"/>
                  <a:pt x="453" y="748"/>
                  <a:pt x="407" y="807"/>
                </a:cubicBezTo>
                <a:cubicBezTo>
                  <a:pt x="497" y="743"/>
                  <a:pt x="547" y="591"/>
                  <a:pt x="547" y="445"/>
                </a:cubicBezTo>
                <a:cubicBezTo>
                  <a:pt x="550" y="215"/>
                  <a:pt x="377" y="78"/>
                  <a:pt x="171" y="23"/>
                </a:cubicBezTo>
                <a:cubicBezTo>
                  <a:pt x="109" y="7"/>
                  <a:pt x="53" y="0"/>
                  <a:pt x="0"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4" name="">
            <a:extLst xmlns:a="http://schemas.openxmlformats.org/drawingml/2006/main">
              <a:ext uri="{FF2B5EF4-FFF2-40B4-BE49-F238E27FC236}">
                <a16:creationId xmlns:a16="http://schemas.microsoft.com/office/drawing/2014/main" id="{4D4C88BA-3A99-4C69-A7CF-05DDFD872E0E}"/>
              </a:ext>
            </a:extLst>
          </p:cNvPr>
          <p:cNvSpPr>
            <a:spLocks xmlns:a="http://schemas.openxmlformats.org/drawingml/2006/main" noGrp="1"/>
          </p:cNvSpPr>
          <p:nvPr/>
        </p:nvSpPr>
        <p:spPr>
          <a:xfrm xmlns:a="http://schemas.openxmlformats.org/drawingml/2006/main">
            <a:off x="6422760" y="4749120"/>
            <a:ext cx="46800" cy="48960"/>
          </a:xfrm>
          <a:custGeom xmlns:a="http://schemas.openxmlformats.org/drawingml/2006/main">
            <a:rect l="0" t="0" r="r" b="b"/>
            <a:pathLst>
              <a:path w="130" h="136">
                <a:moveTo>
                  <a:pt x="1" y="136"/>
                </a:moveTo>
                <a:cubicBezTo>
                  <a:pt x="-6" y="64"/>
                  <a:pt x="36" y="45"/>
                  <a:pt x="54" y="0"/>
                </a:cubicBezTo>
                <a:cubicBezTo>
                  <a:pt x="79" y="41"/>
                  <a:pt x="123" y="51"/>
                  <a:pt x="130" y="122"/>
                </a:cubicBezTo>
                <a:cubicBezTo>
                  <a:pt x="87" y="127"/>
                  <a:pt x="44" y="131"/>
                  <a:pt x="1" y="13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960" rIns="90000" bIns="39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5" name="">
            <a:extLst xmlns:a="http://schemas.openxmlformats.org/drawingml/2006/main">
              <a:ext uri="{FF2B5EF4-FFF2-40B4-BE49-F238E27FC236}">
                <a16:creationId xmlns:a16="http://schemas.microsoft.com/office/drawing/2014/main" id="{78381F94-444A-44B4-BBDA-243F00D642A1}"/>
              </a:ext>
            </a:extLst>
          </p:cNvPr>
          <p:cNvSpPr>
            <a:spLocks xmlns:a="http://schemas.openxmlformats.org/drawingml/2006/main" noGrp="1"/>
          </p:cNvSpPr>
          <p:nvPr/>
        </p:nvSpPr>
        <p:spPr>
          <a:xfrm xmlns:a="http://schemas.openxmlformats.org/drawingml/2006/main">
            <a:off x="6351120" y="4745880"/>
            <a:ext cx="162720" cy="192600"/>
          </a:xfrm>
          <a:custGeom xmlns:a="http://schemas.openxmlformats.org/drawingml/2006/main">
            <a:rect l="0" t="0" r="r" b="b"/>
            <a:pathLst>
              <a:path w="452" h="535">
                <a:moveTo>
                  <a:pt x="335" y="0"/>
                </a:moveTo>
                <a:cubicBezTo>
                  <a:pt x="308" y="41"/>
                  <a:pt x="261" y="50"/>
                  <a:pt x="252" y="122"/>
                </a:cubicBezTo>
                <a:cubicBezTo>
                  <a:pt x="128" y="127"/>
                  <a:pt x="-10" y="295"/>
                  <a:pt x="1" y="429"/>
                </a:cubicBezTo>
                <a:cubicBezTo>
                  <a:pt x="3" y="466"/>
                  <a:pt x="102" y="535"/>
                  <a:pt x="226" y="535"/>
                </a:cubicBezTo>
                <a:cubicBezTo>
                  <a:pt x="351" y="535"/>
                  <a:pt x="452" y="424"/>
                  <a:pt x="452" y="288"/>
                </a:cubicBezTo>
                <a:cubicBezTo>
                  <a:pt x="455" y="207"/>
                  <a:pt x="429" y="163"/>
                  <a:pt x="385" y="143"/>
                </a:cubicBezTo>
                <a:cubicBezTo>
                  <a:pt x="392" y="71"/>
                  <a:pt x="352" y="48"/>
                  <a:pt x="335"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6" name="">
            <a:extLst xmlns:a="http://schemas.openxmlformats.org/drawingml/2006/main">
              <a:ext uri="{FF2B5EF4-FFF2-40B4-BE49-F238E27FC236}">
                <a16:creationId xmlns:a16="http://schemas.microsoft.com/office/drawing/2014/main" id="{08AF31AD-A984-4D35-B8F1-F0556CE1E681}"/>
              </a:ext>
            </a:extLst>
          </p:cNvPr>
          <p:cNvSpPr>
            <a:spLocks xmlns:a="http://schemas.openxmlformats.org/drawingml/2006/main" noGrp="1"/>
          </p:cNvSpPr>
          <p:nvPr/>
        </p:nvSpPr>
        <p:spPr>
          <a:xfrm xmlns:a="http://schemas.openxmlformats.org/drawingml/2006/main">
            <a:off x="6446520" y="4768920"/>
            <a:ext cx="36360" cy="70560"/>
          </a:xfrm>
          <a:custGeom xmlns:a="http://schemas.openxmlformats.org/drawingml/2006/main">
            <a:rect l="0" t="0" r="r" b="b"/>
            <a:pathLst>
              <a:path w="101" h="196">
                <a:moveTo>
                  <a:pt x="40" y="194"/>
                </a:moveTo>
                <a:cubicBezTo>
                  <a:pt x="13" y="189"/>
                  <a:pt x="-9" y="189"/>
                  <a:pt x="3" y="90"/>
                </a:cubicBezTo>
                <a:cubicBezTo>
                  <a:pt x="10" y="37"/>
                  <a:pt x="43" y="30"/>
                  <a:pt x="63" y="0"/>
                </a:cubicBezTo>
                <a:cubicBezTo>
                  <a:pt x="76" y="35"/>
                  <a:pt x="104" y="51"/>
                  <a:pt x="100" y="104"/>
                </a:cubicBezTo>
                <a:cubicBezTo>
                  <a:pt x="88" y="203"/>
                  <a:pt x="68" y="199"/>
                  <a:pt x="40" y="19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560" rIns="90000" bIns="255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7" name="">
            <a:extLst xmlns:a="http://schemas.openxmlformats.org/drawingml/2006/main">
              <a:ext uri="{FF2B5EF4-FFF2-40B4-BE49-F238E27FC236}">
                <a16:creationId xmlns:a16="http://schemas.microsoft.com/office/drawing/2014/main" id="{BCFB5F43-E271-433A-A781-C41E1BCC48A3}"/>
              </a:ext>
            </a:extLst>
          </p:cNvPr>
          <p:cNvSpPr>
            <a:spLocks xmlns:a="http://schemas.openxmlformats.org/drawingml/2006/main" noGrp="1"/>
          </p:cNvSpPr>
          <p:nvPr/>
        </p:nvSpPr>
        <p:spPr>
          <a:xfrm xmlns:a="http://schemas.openxmlformats.org/drawingml/2006/main">
            <a:off x="6388200" y="4827960"/>
            <a:ext cx="48960" cy="45000"/>
          </a:xfrm>
          <a:custGeom xmlns:a="http://schemas.openxmlformats.org/drawingml/2006/main">
            <a:rect l="0" t="0" r="r" b="b"/>
            <a:pathLst>
              <a:path w="136" h="125">
                <a:moveTo>
                  <a:pt x="60" y="125"/>
                </a:moveTo>
                <a:cubicBezTo>
                  <a:pt x="18" y="125"/>
                  <a:pt x="20" y="96"/>
                  <a:pt x="0" y="81"/>
                </a:cubicBezTo>
                <a:cubicBezTo>
                  <a:pt x="20" y="54"/>
                  <a:pt x="18" y="0"/>
                  <a:pt x="60" y="0"/>
                </a:cubicBezTo>
                <a:cubicBezTo>
                  <a:pt x="101" y="0"/>
                  <a:pt x="111" y="54"/>
                  <a:pt x="136" y="81"/>
                </a:cubicBezTo>
                <a:cubicBezTo>
                  <a:pt x="111" y="96"/>
                  <a:pt x="101" y="125"/>
                  <a:pt x="60" y="12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0" rIns="90000" bIns="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8" name="">
            <a:extLst xmlns:a="http://schemas.openxmlformats.org/drawingml/2006/main">
              <a:ext uri="{FF2B5EF4-FFF2-40B4-BE49-F238E27FC236}">
                <a16:creationId xmlns:a16="http://schemas.microsoft.com/office/drawing/2014/main" id="{DE07EC64-4A0A-460B-A570-DBE391E4D7BA}"/>
              </a:ext>
            </a:extLst>
          </p:cNvPr>
          <p:cNvSpPr>
            <a:spLocks xmlns:a="http://schemas.openxmlformats.org/drawingml/2006/main" noGrp="1"/>
          </p:cNvSpPr>
          <p:nvPr/>
        </p:nvSpPr>
        <p:spPr>
          <a:xfrm xmlns:a="http://schemas.openxmlformats.org/drawingml/2006/main">
            <a:off x="6395400" y="4838040"/>
            <a:ext cx="29880" cy="27360"/>
          </a:xfrm>
          <a:custGeom xmlns:a="http://schemas.openxmlformats.org/drawingml/2006/main">
            <a:rect l="0" t="0" r="r" b="b"/>
            <a:pathLst>
              <a:path w="83" h="76">
                <a:moveTo>
                  <a:pt x="37" y="76"/>
                </a:moveTo>
                <a:cubicBezTo>
                  <a:pt x="11" y="76"/>
                  <a:pt x="12" y="57"/>
                  <a:pt x="0" y="48"/>
                </a:cubicBezTo>
                <a:cubicBezTo>
                  <a:pt x="12" y="32"/>
                  <a:pt x="11" y="0"/>
                  <a:pt x="37" y="0"/>
                </a:cubicBezTo>
                <a:cubicBezTo>
                  <a:pt x="62" y="0"/>
                  <a:pt x="68" y="32"/>
                  <a:pt x="83" y="48"/>
                </a:cubicBezTo>
                <a:cubicBezTo>
                  <a:pt x="68" y="57"/>
                  <a:pt x="62" y="76"/>
                  <a:pt x="37" y="7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9" name="">
            <a:extLst xmlns:a="http://schemas.openxmlformats.org/drawingml/2006/main">
              <a:ext uri="{FF2B5EF4-FFF2-40B4-BE49-F238E27FC236}">
                <a16:creationId xmlns:a16="http://schemas.microsoft.com/office/drawing/2014/main" id="{845B543F-CCE7-46E1-91DB-31C18552790B}"/>
              </a:ext>
            </a:extLst>
          </p:cNvPr>
          <p:cNvSpPr>
            <a:spLocks xmlns:a="http://schemas.openxmlformats.org/drawingml/2006/main" noGrp="1"/>
          </p:cNvSpPr>
          <p:nvPr/>
        </p:nvSpPr>
        <p:spPr>
          <a:xfrm xmlns:a="http://schemas.openxmlformats.org/drawingml/2006/main">
            <a:off x="6381360" y="4843800"/>
            <a:ext cx="141480" cy="120960"/>
          </a:xfrm>
          <a:custGeom xmlns:a="http://schemas.openxmlformats.org/drawingml/2006/main">
            <a:rect l="0" t="0" r="r" b="b"/>
            <a:pathLst>
              <a:path w="393" h="336">
                <a:moveTo>
                  <a:pt x="275" y="27"/>
                </a:moveTo>
                <a:cubicBezTo>
                  <a:pt x="219" y="-43"/>
                  <a:pt x="218" y="43"/>
                  <a:pt x="189" y="50"/>
                </a:cubicBezTo>
                <a:cubicBezTo>
                  <a:pt x="198" y="53"/>
                  <a:pt x="206" y="56"/>
                  <a:pt x="215" y="59"/>
                </a:cubicBezTo>
                <a:cubicBezTo>
                  <a:pt x="200" y="66"/>
                  <a:pt x="184" y="73"/>
                  <a:pt x="169" y="80"/>
                </a:cubicBezTo>
                <a:cubicBezTo>
                  <a:pt x="173" y="84"/>
                  <a:pt x="176" y="88"/>
                  <a:pt x="180" y="91"/>
                </a:cubicBezTo>
                <a:cubicBezTo>
                  <a:pt x="172" y="91"/>
                  <a:pt x="165" y="91"/>
                  <a:pt x="157" y="91"/>
                </a:cubicBezTo>
                <a:cubicBezTo>
                  <a:pt x="162" y="95"/>
                  <a:pt x="166" y="99"/>
                  <a:pt x="171" y="103"/>
                </a:cubicBezTo>
                <a:cubicBezTo>
                  <a:pt x="168" y="106"/>
                  <a:pt x="165" y="108"/>
                  <a:pt x="162" y="110"/>
                </a:cubicBezTo>
                <a:cubicBezTo>
                  <a:pt x="146" y="100"/>
                  <a:pt x="129" y="96"/>
                  <a:pt x="111" y="96"/>
                </a:cubicBezTo>
                <a:cubicBezTo>
                  <a:pt x="51" y="96"/>
                  <a:pt x="0" y="149"/>
                  <a:pt x="0" y="216"/>
                </a:cubicBezTo>
                <a:cubicBezTo>
                  <a:pt x="0" y="283"/>
                  <a:pt x="49" y="336"/>
                  <a:pt x="111" y="336"/>
                </a:cubicBezTo>
                <a:cubicBezTo>
                  <a:pt x="171" y="336"/>
                  <a:pt x="222" y="283"/>
                  <a:pt x="222" y="216"/>
                </a:cubicBezTo>
                <a:cubicBezTo>
                  <a:pt x="222" y="214"/>
                  <a:pt x="222" y="212"/>
                  <a:pt x="222" y="209"/>
                </a:cubicBezTo>
                <a:cubicBezTo>
                  <a:pt x="236" y="213"/>
                  <a:pt x="249" y="217"/>
                  <a:pt x="263" y="220"/>
                </a:cubicBezTo>
                <a:cubicBezTo>
                  <a:pt x="260" y="210"/>
                  <a:pt x="257" y="199"/>
                  <a:pt x="254" y="188"/>
                </a:cubicBezTo>
                <a:cubicBezTo>
                  <a:pt x="270" y="188"/>
                  <a:pt x="286" y="188"/>
                  <a:pt x="302" y="188"/>
                </a:cubicBezTo>
                <a:cubicBezTo>
                  <a:pt x="295" y="182"/>
                  <a:pt x="288" y="176"/>
                  <a:pt x="282" y="170"/>
                </a:cubicBezTo>
                <a:cubicBezTo>
                  <a:pt x="305" y="153"/>
                  <a:pt x="328" y="135"/>
                  <a:pt x="351" y="117"/>
                </a:cubicBezTo>
                <a:cubicBezTo>
                  <a:pt x="337" y="117"/>
                  <a:pt x="323" y="117"/>
                  <a:pt x="309" y="117"/>
                </a:cubicBezTo>
                <a:cubicBezTo>
                  <a:pt x="330" y="104"/>
                  <a:pt x="352" y="91"/>
                  <a:pt x="374" y="77"/>
                </a:cubicBezTo>
                <a:cubicBezTo>
                  <a:pt x="359" y="77"/>
                  <a:pt x="344" y="77"/>
                  <a:pt x="329" y="77"/>
                </a:cubicBezTo>
                <a:cubicBezTo>
                  <a:pt x="354" y="75"/>
                  <a:pt x="421" y="23"/>
                  <a:pt x="379" y="38"/>
                </a:cubicBezTo>
                <a:cubicBezTo>
                  <a:pt x="337" y="52"/>
                  <a:pt x="309" y="31"/>
                  <a:pt x="275"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0" name="">
            <a:extLst xmlns:a="http://schemas.openxmlformats.org/drawingml/2006/main">
              <a:ext uri="{FF2B5EF4-FFF2-40B4-BE49-F238E27FC236}">
                <a16:creationId xmlns:a16="http://schemas.microsoft.com/office/drawing/2014/main" id="{8F21B3B2-61A2-437F-9D2E-B24E447CDA3B}"/>
              </a:ext>
            </a:extLst>
          </p:cNvPr>
          <p:cNvSpPr>
            <a:spLocks xmlns:a="http://schemas.openxmlformats.org/drawingml/2006/main" noGrp="1"/>
          </p:cNvSpPr>
          <p:nvPr/>
        </p:nvSpPr>
        <p:spPr>
          <a:xfrm xmlns:a="http://schemas.openxmlformats.org/drawingml/2006/main">
            <a:off x="6336000" y="4925160"/>
            <a:ext cx="181440" cy="91800"/>
          </a:xfrm>
          <a:custGeom xmlns:a="http://schemas.openxmlformats.org/drawingml/2006/main">
            <a:rect l="0" t="0" r="r" b="b"/>
            <a:pathLst>
              <a:path w="504" h="255">
                <a:moveTo>
                  <a:pt x="197" y="126"/>
                </a:moveTo>
                <a:cubicBezTo>
                  <a:pt x="133" y="114"/>
                  <a:pt x="26" y="138"/>
                  <a:pt x="4" y="89"/>
                </a:cubicBezTo>
                <a:cubicBezTo>
                  <a:pt x="-28" y="20"/>
                  <a:pt x="167" y="-22"/>
                  <a:pt x="217" y="11"/>
                </a:cubicBezTo>
                <a:cubicBezTo>
                  <a:pt x="337" y="84"/>
                  <a:pt x="499" y="-58"/>
                  <a:pt x="504" y="156"/>
                </a:cubicBezTo>
                <a:cubicBezTo>
                  <a:pt x="506" y="209"/>
                  <a:pt x="379" y="364"/>
                  <a:pt x="197" y="12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1" name="">
            <a:extLst xmlns:a="http://schemas.openxmlformats.org/drawingml/2006/main">
              <a:ext uri="{FF2B5EF4-FFF2-40B4-BE49-F238E27FC236}">
                <a16:creationId xmlns:a16="http://schemas.microsoft.com/office/drawing/2014/main" id="{A6C2A3C9-B9F1-473A-913C-6460D2C10790}"/>
              </a:ext>
            </a:extLst>
          </p:cNvPr>
          <p:cNvSpPr>
            <a:spLocks xmlns:a="http://schemas.openxmlformats.org/drawingml/2006/main" noGrp="1"/>
          </p:cNvSpPr>
          <p:nvPr/>
        </p:nvSpPr>
        <p:spPr>
          <a:xfrm xmlns:a="http://schemas.openxmlformats.org/drawingml/2006/main">
            <a:off x="9180000" y="4140000"/>
            <a:ext cx="180000" cy="900000"/>
          </a:xfrm>
          <a:prstGeom xmlns:a="http://schemas.openxmlformats.org/drawingml/2006/main" prst="rect">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2" name="">
            <a:extLst xmlns:a="http://schemas.openxmlformats.org/drawingml/2006/main">
              <a:ext uri="{FF2B5EF4-FFF2-40B4-BE49-F238E27FC236}">
                <a16:creationId xmlns:a16="http://schemas.microsoft.com/office/drawing/2014/main" id="{2A0E258B-219F-4DC3-BE95-31738597C456}"/>
              </a:ext>
            </a:extLst>
          </p:cNvPr>
          <p:cNvSpPr>
            <a:spLocks xmlns:a="http://schemas.openxmlformats.org/drawingml/2006/main" noGrp="1"/>
          </p:cNvSpPr>
          <p:nvPr/>
        </p:nvSpPr>
        <p:spPr>
          <a:xfrm xmlns:a="http://schemas.openxmlformats.org/drawingml/2006/main">
            <a:off x="8820000" y="4500000"/>
            <a:ext cx="90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3" name="">
            <a:extLst xmlns:a="http://schemas.openxmlformats.org/drawingml/2006/main">
              <a:ext uri="{FF2B5EF4-FFF2-40B4-BE49-F238E27FC236}">
                <a16:creationId xmlns:a16="http://schemas.microsoft.com/office/drawing/2014/main" id="{0D9D6229-8EC7-49F4-9C42-E36CC4A7C8FA}"/>
              </a:ext>
            </a:extLst>
          </p:cNvPr>
          <p:cNvSpPr>
            <a:spLocks xmlns:a="http://schemas.openxmlformats.org/drawingml/2006/main" noGrp="1"/>
          </p:cNvSpPr>
          <p:nvPr/>
        </p:nvSpPr>
        <p:spPr>
          <a:xfrm xmlns:a="http://schemas.openxmlformats.org/drawingml/2006/main">
            <a:off x="8910000" y="4320000"/>
            <a:ext cx="72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4" name="">
            <a:extLst xmlns:a="http://schemas.openxmlformats.org/drawingml/2006/main">
              <a:ext uri="{FF2B5EF4-FFF2-40B4-BE49-F238E27FC236}">
                <a16:creationId xmlns:a16="http://schemas.microsoft.com/office/drawing/2014/main" id="{0E15AF9E-3447-4C61-8F17-264AD6AC32BE}"/>
              </a:ext>
            </a:extLst>
          </p:cNvPr>
          <p:cNvSpPr>
            <a:spLocks xmlns:a="http://schemas.openxmlformats.org/drawingml/2006/main" noGrp="1"/>
          </p:cNvSpPr>
          <p:nvPr/>
        </p:nvSpPr>
        <p:spPr>
          <a:xfrm xmlns:a="http://schemas.openxmlformats.org/drawingml/2006/main">
            <a:off x="9000000" y="4140000"/>
            <a:ext cx="54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5" name="">
            <a:extLst xmlns:a="http://schemas.openxmlformats.org/drawingml/2006/main">
              <a:ext uri="{FF2B5EF4-FFF2-40B4-BE49-F238E27FC236}">
                <a16:creationId xmlns:a16="http://schemas.microsoft.com/office/drawing/2014/main" id="{25358447-83CE-46A2-B340-7697F291D843}"/>
              </a:ext>
            </a:extLst>
          </p:cNvPr>
          <p:cNvSpPr>
            <a:spLocks xmlns:a="http://schemas.openxmlformats.org/drawingml/2006/main" noGrp="1"/>
          </p:cNvSpPr>
          <p:nvPr/>
        </p:nvSpPr>
        <p:spPr>
          <a:xfrm xmlns:a="http://schemas.openxmlformats.org/drawingml/2006/main">
            <a:off x="9090000" y="3960000"/>
            <a:ext cx="36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6" name="">
            <a:extLst xmlns:a="http://schemas.openxmlformats.org/drawingml/2006/main">
              <a:ext uri="{FF2B5EF4-FFF2-40B4-BE49-F238E27FC236}">
                <a16:creationId xmlns:a16="http://schemas.microsoft.com/office/drawing/2014/main" id="{3A38A4DA-E159-4E6A-8AC8-A80D2F0B442A}"/>
              </a:ext>
            </a:extLst>
          </p:cNvPr>
          <p:cNvSpPr>
            <a:spLocks xmlns:a="http://schemas.openxmlformats.org/drawingml/2006/main" noGrp="1"/>
          </p:cNvSpPr>
          <p:nvPr/>
        </p:nvSpPr>
        <p:spPr>
          <a:xfrm xmlns:a="http://schemas.openxmlformats.org/drawingml/2006/main">
            <a:off x="8190000" y="4140000"/>
            <a:ext cx="180000" cy="900000"/>
          </a:xfrm>
          <a:prstGeom xmlns:a="http://schemas.openxmlformats.org/drawingml/2006/main" prst="rect">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7" name="">
            <a:extLst xmlns:a="http://schemas.openxmlformats.org/drawingml/2006/main">
              <a:ext uri="{FF2B5EF4-FFF2-40B4-BE49-F238E27FC236}">
                <a16:creationId xmlns:a16="http://schemas.microsoft.com/office/drawing/2014/main" id="{20C5B9A5-1C17-45FF-8528-24AC2E7A0B5D}"/>
              </a:ext>
            </a:extLst>
          </p:cNvPr>
          <p:cNvSpPr>
            <a:spLocks xmlns:a="http://schemas.openxmlformats.org/drawingml/2006/main" noGrp="1"/>
          </p:cNvSpPr>
          <p:nvPr/>
        </p:nvSpPr>
        <p:spPr>
          <a:xfrm xmlns:a="http://schemas.openxmlformats.org/drawingml/2006/main">
            <a:off x="7920000" y="4410000"/>
            <a:ext cx="72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8" name="">
            <a:extLst xmlns:a="http://schemas.openxmlformats.org/drawingml/2006/main">
              <a:ext uri="{FF2B5EF4-FFF2-40B4-BE49-F238E27FC236}">
                <a16:creationId xmlns:a16="http://schemas.microsoft.com/office/drawing/2014/main" id="{808E5A0D-3F30-48BE-80E9-E3A4F0B315ED}"/>
              </a:ext>
            </a:extLst>
          </p:cNvPr>
          <p:cNvSpPr>
            <a:spLocks xmlns:a="http://schemas.openxmlformats.org/drawingml/2006/main" noGrp="1"/>
          </p:cNvSpPr>
          <p:nvPr/>
        </p:nvSpPr>
        <p:spPr>
          <a:xfrm xmlns:a="http://schemas.openxmlformats.org/drawingml/2006/main">
            <a:off x="8010000" y="4230000"/>
            <a:ext cx="54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9" name="">
            <a:extLst xmlns:a="http://schemas.openxmlformats.org/drawingml/2006/main">
              <a:ext uri="{FF2B5EF4-FFF2-40B4-BE49-F238E27FC236}">
                <a16:creationId xmlns:a16="http://schemas.microsoft.com/office/drawing/2014/main" id="{96C3AADA-8295-43EB-A36B-E106FEA3C92B}"/>
              </a:ext>
            </a:extLst>
          </p:cNvPr>
          <p:cNvSpPr>
            <a:spLocks xmlns:a="http://schemas.openxmlformats.org/drawingml/2006/main" noGrp="1"/>
          </p:cNvSpPr>
          <p:nvPr/>
        </p:nvSpPr>
        <p:spPr>
          <a:xfrm xmlns:a="http://schemas.openxmlformats.org/drawingml/2006/main">
            <a:off x="8100000" y="4050000"/>
            <a:ext cx="36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1" name="">
            <a:extLst xmlns:a="http://schemas.openxmlformats.org/drawingml/2006/main">
              <a:ext uri="{FF2B5EF4-FFF2-40B4-BE49-F238E27FC236}">
                <a16:creationId xmlns:a16="http://schemas.microsoft.com/office/drawing/2014/main" id="{0D969FDB-EAA3-4239-BF32-BB50A569FC00}"/>
              </a:ext>
            </a:extLst>
          </p:cNvPr>
          <p:cNvSpPr>
            <a:spLocks xmlns:a="http://schemas.openxmlformats.org/drawingml/2006/main" noGrp="1"/>
          </p:cNvSpPr>
          <p:nvPr/>
        </p:nvSpPr>
        <p:spPr>
          <a:xfrm xmlns:a="http://schemas.openxmlformats.org/drawingml/2006/main" rot="0" flipH="0" flipV="0">
            <a:off x="8968680" y="3600000"/>
            <a:ext cx="87480" cy="156600"/>
          </a:xfrm>
          <a:custGeom xmlns:a="http://schemas.openxmlformats.org/drawingml/2006/main">
            <a:rect l="0" t="0" r="r" b="b"/>
            <a:pathLst>
              <a:path w="243"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2" name="">
            <a:extLst xmlns:a="http://schemas.openxmlformats.org/drawingml/2006/main">
              <a:ext uri="{FF2B5EF4-FFF2-40B4-BE49-F238E27FC236}">
                <a16:creationId xmlns:a16="http://schemas.microsoft.com/office/drawing/2014/main" id="{880C6AFC-95F9-4F26-B54F-E06FF511BAED}"/>
              </a:ext>
            </a:extLst>
          </p:cNvPr>
          <p:cNvSpPr>
            <a:spLocks xmlns:a="http://schemas.openxmlformats.org/drawingml/2006/main" noGrp="1"/>
          </p:cNvSpPr>
          <p:nvPr/>
        </p:nvSpPr>
        <p:spPr>
          <a:xfrm xmlns:a="http://schemas.openxmlformats.org/drawingml/2006/main" rot="0" flipH="0" flipV="0">
            <a:off x="8820000" y="3600000"/>
            <a:ext cx="326520" cy="270000"/>
          </a:xfrm>
          <a:custGeom xmlns:a="http://schemas.openxmlformats.org/drawingml/2006/main">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3" name="">
            <a:extLst xmlns:a="http://schemas.openxmlformats.org/drawingml/2006/main">
              <a:ext uri="{FF2B5EF4-FFF2-40B4-BE49-F238E27FC236}">
                <a16:creationId xmlns:a16="http://schemas.microsoft.com/office/drawing/2014/main" id="{B30EDF62-759C-4400-8866-A1FDED3509DB}"/>
              </a:ext>
            </a:extLst>
          </p:cNvPr>
          <p:cNvSpPr>
            <a:spLocks xmlns:a="http://schemas.openxmlformats.org/drawingml/2006/main" noGrp="1"/>
          </p:cNvSpPr>
          <p:nvPr/>
        </p:nvSpPr>
        <p:spPr>
          <a:xfrm xmlns:a="http://schemas.openxmlformats.org/drawingml/2006/main" rot="0" flipH="0" flipV="0">
            <a:off x="9140400" y="3718800"/>
            <a:ext cx="39600" cy="27360"/>
          </a:xfrm>
          <a:custGeom xmlns:a="http://schemas.openxmlformats.org/drawingml/2006/main">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4" name="">
            <a:extLst xmlns:a="http://schemas.openxmlformats.org/drawingml/2006/main">
              <a:ext uri="{FF2B5EF4-FFF2-40B4-BE49-F238E27FC236}">
                <a16:creationId xmlns:a16="http://schemas.microsoft.com/office/drawing/2014/main" id="{CEE47E60-F791-4043-BB3B-70F8CBC1E4E0}"/>
              </a:ext>
            </a:extLst>
          </p:cNvPr>
          <p:cNvSpPr>
            <a:spLocks xmlns:a="http://schemas.openxmlformats.org/drawingml/2006/main" noGrp="1"/>
          </p:cNvSpPr>
          <p:nvPr/>
        </p:nvSpPr>
        <p:spPr>
          <a:xfrm xmlns:a="http://schemas.openxmlformats.org/drawingml/2006/main" rot="0" flipH="0" flipV="0">
            <a:off x="9094680" y="3720960"/>
            <a:ext cx="20880" cy="20160"/>
          </a:xfrm>
          <a:custGeom xmlns:a="http://schemas.openxmlformats.org/drawingml/2006/main">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5" name="">
            <a:extLst xmlns:a="http://schemas.openxmlformats.org/drawingml/2006/main">
              <a:ext uri="{FF2B5EF4-FFF2-40B4-BE49-F238E27FC236}">
                <a16:creationId xmlns:a16="http://schemas.microsoft.com/office/drawing/2014/main" id="{BA47577E-69A2-431D-921D-452A89156A4E}"/>
              </a:ext>
            </a:extLst>
          </p:cNvPr>
          <p:cNvSpPr>
            <a:spLocks xmlns:a="http://schemas.openxmlformats.org/drawingml/2006/main" noGrp="1"/>
          </p:cNvSpPr>
          <p:nvPr/>
        </p:nvSpPr>
        <p:spPr>
          <a:xfrm xmlns:a="http://schemas.openxmlformats.org/drawingml/2006/main" rot="0" flipH="0" flipV="0">
            <a:off x="8844480" y="3641760"/>
            <a:ext cx="50040" cy="20160"/>
          </a:xfrm>
          <a:custGeom xmlns:a="http://schemas.openxmlformats.org/drawingml/2006/main">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6" name="">
            <a:extLst xmlns:a="http://schemas.openxmlformats.org/drawingml/2006/main">
              <a:ext uri="{FF2B5EF4-FFF2-40B4-BE49-F238E27FC236}">
                <a16:creationId xmlns:a16="http://schemas.microsoft.com/office/drawing/2014/main" id="{706BC424-2414-4C99-907F-ACB3AD3A46EB}"/>
              </a:ext>
            </a:extLst>
          </p:cNvPr>
          <p:cNvSpPr>
            <a:spLocks xmlns:a="http://schemas.openxmlformats.org/drawingml/2006/main" noGrp="1"/>
          </p:cNvSpPr>
          <p:nvPr/>
        </p:nvSpPr>
        <p:spPr>
          <a:xfrm xmlns:a="http://schemas.openxmlformats.org/drawingml/2006/main" rot="0" flipH="0" flipV="0">
            <a:off x="8861400" y="3690720"/>
            <a:ext cx="56880" cy="11520"/>
          </a:xfrm>
          <a:custGeom xmlns:a="http://schemas.openxmlformats.org/drawingml/2006/main">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3480" rIns="90000" bIns="-334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7" name="">
            <a:extLst xmlns:a="http://schemas.openxmlformats.org/drawingml/2006/main">
              <a:ext uri="{FF2B5EF4-FFF2-40B4-BE49-F238E27FC236}">
                <a16:creationId xmlns:a16="http://schemas.microsoft.com/office/drawing/2014/main" id="{E63BE82D-7772-4D68-9B44-188D6198859C}"/>
              </a:ext>
            </a:extLst>
          </p:cNvPr>
          <p:cNvSpPr>
            <a:spLocks xmlns:a="http://schemas.openxmlformats.org/drawingml/2006/main" noGrp="1"/>
          </p:cNvSpPr>
          <p:nvPr/>
        </p:nvSpPr>
        <p:spPr>
          <a:xfrm xmlns:a="http://schemas.openxmlformats.org/drawingml/2006/main" rot="0" flipH="0" flipV="0">
            <a:off x="8887320" y="3728520"/>
            <a:ext cx="51480" cy="7200"/>
          </a:xfrm>
          <a:custGeom xmlns:a="http://schemas.openxmlformats.org/drawingml/2006/main">
            <a:rect l="0" t="0" r="r" b="b"/>
            <a:pathLst>
              <a:path w="143" h="20">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7800" rIns="90000" bIns="-378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8" name="">
            <a:extLst xmlns:a="http://schemas.openxmlformats.org/drawingml/2006/main">
              <a:ext uri="{FF2B5EF4-FFF2-40B4-BE49-F238E27FC236}">
                <a16:creationId xmlns:a16="http://schemas.microsoft.com/office/drawing/2014/main" id="{08A616DE-1A47-4A00-9D9D-494A2F11E333}"/>
              </a:ext>
            </a:extLst>
          </p:cNvPr>
          <p:cNvSpPr>
            <a:spLocks xmlns:a="http://schemas.openxmlformats.org/drawingml/2006/main" noGrp="1"/>
          </p:cNvSpPr>
          <p:nvPr/>
        </p:nvSpPr>
        <p:spPr>
          <a:xfrm xmlns:a="http://schemas.openxmlformats.org/drawingml/2006/main" rot="0" flipH="0" flipV="0">
            <a:off x="8919000" y="3765240"/>
            <a:ext cx="47160" cy="6840"/>
          </a:xfrm>
          <a:custGeom xmlns:a="http://schemas.openxmlformats.org/drawingml/2006/main">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8160" rIns="90000" bIns="-381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0" name="">
            <a:extLst xmlns:a="http://schemas.openxmlformats.org/drawingml/2006/main">
              <a:ext uri="{FF2B5EF4-FFF2-40B4-BE49-F238E27FC236}">
                <a16:creationId xmlns:a16="http://schemas.microsoft.com/office/drawing/2014/main" id="{2E1EF66F-330C-4C53-BA1D-874F2630BE0D}"/>
              </a:ext>
            </a:extLst>
          </p:cNvPr>
          <p:cNvSpPr>
            <a:spLocks xmlns:a="http://schemas.openxmlformats.org/drawingml/2006/main" noGrp="1"/>
          </p:cNvSpPr>
          <p:nvPr/>
        </p:nvSpPr>
        <p:spPr>
          <a:xfrm xmlns:a="http://schemas.openxmlformats.org/drawingml/2006/main" rot="0" flipH="0" flipV="0">
            <a:off x="8608680" y="3780000"/>
            <a:ext cx="87480" cy="156600"/>
          </a:xfrm>
          <a:custGeom xmlns:a="http://schemas.openxmlformats.org/drawingml/2006/main">
            <a:rect l="0" t="0" r="r" b="b"/>
            <a:pathLst>
              <a:path w="243"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1" name="">
            <a:extLst xmlns:a="http://schemas.openxmlformats.org/drawingml/2006/main">
              <a:ext uri="{FF2B5EF4-FFF2-40B4-BE49-F238E27FC236}">
                <a16:creationId xmlns:a16="http://schemas.microsoft.com/office/drawing/2014/main" id="{F62B411F-8243-44E9-8E93-12ACBB065EC3}"/>
              </a:ext>
            </a:extLst>
          </p:cNvPr>
          <p:cNvSpPr>
            <a:spLocks xmlns:a="http://schemas.openxmlformats.org/drawingml/2006/main" noGrp="1"/>
          </p:cNvSpPr>
          <p:nvPr/>
        </p:nvSpPr>
        <p:spPr>
          <a:xfrm xmlns:a="http://schemas.openxmlformats.org/drawingml/2006/main" rot="0" flipH="0" flipV="0">
            <a:off x="8460000" y="3780000"/>
            <a:ext cx="326520" cy="270000"/>
          </a:xfrm>
          <a:custGeom xmlns:a="http://schemas.openxmlformats.org/drawingml/2006/main">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2" name="">
            <a:extLst xmlns:a="http://schemas.openxmlformats.org/drawingml/2006/main">
              <a:ext uri="{FF2B5EF4-FFF2-40B4-BE49-F238E27FC236}">
                <a16:creationId xmlns:a16="http://schemas.microsoft.com/office/drawing/2014/main" id="{B52D8173-2671-443B-8E87-D6977586FF52}"/>
              </a:ext>
            </a:extLst>
          </p:cNvPr>
          <p:cNvSpPr>
            <a:spLocks xmlns:a="http://schemas.openxmlformats.org/drawingml/2006/main" noGrp="1"/>
          </p:cNvSpPr>
          <p:nvPr/>
        </p:nvSpPr>
        <p:spPr>
          <a:xfrm xmlns:a="http://schemas.openxmlformats.org/drawingml/2006/main" rot="0" flipH="0" flipV="0">
            <a:off x="8780400" y="3898800"/>
            <a:ext cx="39600" cy="27360"/>
          </a:xfrm>
          <a:custGeom xmlns:a="http://schemas.openxmlformats.org/drawingml/2006/main">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3" name="">
            <a:extLst xmlns:a="http://schemas.openxmlformats.org/drawingml/2006/main">
              <a:ext uri="{FF2B5EF4-FFF2-40B4-BE49-F238E27FC236}">
                <a16:creationId xmlns:a16="http://schemas.microsoft.com/office/drawing/2014/main" id="{D7C1999D-C86F-4BBB-92E0-2B0F26C890ED}"/>
              </a:ext>
            </a:extLst>
          </p:cNvPr>
          <p:cNvSpPr>
            <a:spLocks xmlns:a="http://schemas.openxmlformats.org/drawingml/2006/main" noGrp="1"/>
          </p:cNvSpPr>
          <p:nvPr/>
        </p:nvSpPr>
        <p:spPr>
          <a:xfrm xmlns:a="http://schemas.openxmlformats.org/drawingml/2006/main" rot="0" flipH="0" flipV="0">
            <a:off x="8734680" y="3900960"/>
            <a:ext cx="20880" cy="20160"/>
          </a:xfrm>
          <a:custGeom xmlns:a="http://schemas.openxmlformats.org/drawingml/2006/main">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4" name="">
            <a:extLst xmlns:a="http://schemas.openxmlformats.org/drawingml/2006/main">
              <a:ext uri="{FF2B5EF4-FFF2-40B4-BE49-F238E27FC236}">
                <a16:creationId xmlns:a16="http://schemas.microsoft.com/office/drawing/2014/main" id="{3B7440CD-2407-4DEA-8132-0670954E07E9}"/>
              </a:ext>
            </a:extLst>
          </p:cNvPr>
          <p:cNvSpPr>
            <a:spLocks xmlns:a="http://schemas.openxmlformats.org/drawingml/2006/main" noGrp="1"/>
          </p:cNvSpPr>
          <p:nvPr/>
        </p:nvSpPr>
        <p:spPr>
          <a:xfrm xmlns:a="http://schemas.openxmlformats.org/drawingml/2006/main" rot="0" flipH="0" flipV="0">
            <a:off x="8484480" y="3821760"/>
            <a:ext cx="50040" cy="20160"/>
          </a:xfrm>
          <a:custGeom xmlns:a="http://schemas.openxmlformats.org/drawingml/2006/main">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5" name="">
            <a:extLst xmlns:a="http://schemas.openxmlformats.org/drawingml/2006/main">
              <a:ext uri="{FF2B5EF4-FFF2-40B4-BE49-F238E27FC236}">
                <a16:creationId xmlns:a16="http://schemas.microsoft.com/office/drawing/2014/main" id="{D25D71CD-F072-4F0B-8693-F01DCB7051F7}"/>
              </a:ext>
            </a:extLst>
          </p:cNvPr>
          <p:cNvSpPr>
            <a:spLocks xmlns:a="http://schemas.openxmlformats.org/drawingml/2006/main" noGrp="1"/>
          </p:cNvSpPr>
          <p:nvPr/>
        </p:nvSpPr>
        <p:spPr>
          <a:xfrm xmlns:a="http://schemas.openxmlformats.org/drawingml/2006/main" rot="0" flipH="0" flipV="0">
            <a:off x="8501400" y="3870720"/>
            <a:ext cx="56880" cy="11520"/>
          </a:xfrm>
          <a:custGeom xmlns:a="http://schemas.openxmlformats.org/drawingml/2006/main">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3480" rIns="90000" bIns="-334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6" name="">
            <a:extLst xmlns:a="http://schemas.openxmlformats.org/drawingml/2006/main">
              <a:ext uri="{FF2B5EF4-FFF2-40B4-BE49-F238E27FC236}">
                <a16:creationId xmlns:a16="http://schemas.microsoft.com/office/drawing/2014/main" id="{F6B662EF-55B8-4B25-87EB-FE68652CC16E}"/>
              </a:ext>
            </a:extLst>
          </p:cNvPr>
          <p:cNvSpPr>
            <a:spLocks xmlns:a="http://schemas.openxmlformats.org/drawingml/2006/main" noGrp="1"/>
          </p:cNvSpPr>
          <p:nvPr/>
        </p:nvSpPr>
        <p:spPr>
          <a:xfrm xmlns:a="http://schemas.openxmlformats.org/drawingml/2006/main" rot="0" flipH="0" flipV="0">
            <a:off x="8527320" y="3908520"/>
            <a:ext cx="51480" cy="7200"/>
          </a:xfrm>
          <a:custGeom xmlns:a="http://schemas.openxmlformats.org/drawingml/2006/main">
            <a:rect l="0" t="0" r="r" b="b"/>
            <a:pathLst>
              <a:path w="143" h="20">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7800" rIns="90000" bIns="-378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7" name="">
            <a:extLst xmlns:a="http://schemas.openxmlformats.org/drawingml/2006/main">
              <a:ext uri="{FF2B5EF4-FFF2-40B4-BE49-F238E27FC236}">
                <a16:creationId xmlns:a16="http://schemas.microsoft.com/office/drawing/2014/main" id="{03C08E7D-968A-4A4C-BC8C-DA145E890BA7}"/>
              </a:ext>
            </a:extLst>
          </p:cNvPr>
          <p:cNvSpPr>
            <a:spLocks xmlns:a="http://schemas.openxmlformats.org/drawingml/2006/main" noGrp="1"/>
          </p:cNvSpPr>
          <p:nvPr/>
        </p:nvSpPr>
        <p:spPr>
          <a:xfrm xmlns:a="http://schemas.openxmlformats.org/drawingml/2006/main" rot="0" flipH="0" flipV="0">
            <a:off x="8559000" y="3945240"/>
            <a:ext cx="47160" cy="6840"/>
          </a:xfrm>
          <a:custGeom xmlns:a="http://schemas.openxmlformats.org/drawingml/2006/main">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8160" rIns="90000" bIns="-381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Tree>
  </p:cSld>
</p:sldLayout>
</file>

<file path=ppt/slideLayouts/slideLayout2.xml><?xml version="1.0" encoding="utf-8"?>
<p:sldLayout xmlns:p="http://schemas.openxmlformats.org/presentationml/2006/main" type="title" preserve="1">
  <p:cSld name="Forestbird">
    <p:spTree>
      <p:nvGrpSpPr>
        <p:cNvPr id="1" name=""/>
        <p:cNvGrpSpPr/>
        <p:nvPr/>
      </p:nvGrpSpPr>
      <p:grpSpPr>
        <a:xfrm xmlns:a="http://schemas.openxmlformats.org/drawingml/2006/main"/>
      </p:grpSpPr>
      <p:sp>
        <p:nvSpPr>
          <p:cNvPr id="2" name="PlaceHolder 1">
            <a:extLst xmlns:a="http://schemas.openxmlformats.org/drawingml/2006/main">
              <a:ext uri="{FF2B5EF4-FFF2-40B4-BE49-F238E27FC236}">
                <a16:creationId xmlns:a16="http://schemas.microsoft.com/office/drawing/2014/main" id="{9C9DD25D-FC4D-4DB5-B921-71C13D8BCAD1}"/>
              </a:ext>
            </a:extLst>
          </p:cNvPr>
          <p:cNvSpPr>
            <a:spLocks xmlns:a="http://schemas.openxmlformats.org/drawingml/2006/main" noGrp="1"/>
          </p:cNvSpPr>
          <p:nvPr>
            <p:ph type="title" idx="0"/>
          </p:nvPr>
        </p:nvSpPr>
        <p:spPr>
          <a:xfrm xmlns:a="http://schemas.openxmlformats.org/drawingml/2006/main">
            <a:off x="540000" y="180000"/>
            <a:ext cx="9000000" cy="9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lvl1pPr indent="0" algn="ctr">
              <a:buNone/>
              <a:defRPr sz="3300" b="0" u="none" strike="noStrike">
                <a:solidFill>
                  <a:srgbClr val="000000"/>
                </a:solidFill>
                <a:latin typeface="Arial"/>
                <a:ea typeface="Arial"/>
                <a:cs typeface="Arial"/>
              </a:defRPr>
            </a:lvl1pPr>
          </a:lstStyle>
          <a:p xmlns:a="http://schemas.openxmlformats.org/drawingml/2006/main">
            <a:pPr indent="0" algn="ctr">
              <a:buNone/>
            </a:pPr>
            <a:r>
              <a:rPr sz="3300" b="0" u="none" strike="noStrike">
                <a:solidFill>
                  <a:srgbClr val="000000"/>
                </a:solidFill>
                <a:latin typeface="Arial"/>
                <a:ea typeface="Arial"/>
                <a:cs typeface="Arial"/>
              </a:rPr>
              <a:t>Click to edit the title text format</a:t>
            </a:r>
            <a:endParaRPr sz="3300" b="0" u="none" strike="noStrike">
              <a:solidFill>
                <a:srgbClr val="000000"/>
              </a:solidFill>
              <a:latin typeface="Arial"/>
              <a:ea typeface="Arial"/>
              <a:cs typeface="Arial"/>
            </a:endParaRPr>
          </a:p>
        </p:txBody>
      </p:sp>
      <p:sp>
        <p:nvSpPr>
          <p:cNvPr id="3" name="PlaceHolder 2">
            <a:extLst xmlns:a="http://schemas.openxmlformats.org/drawingml/2006/main">
              <a:ext uri="{FF2B5EF4-FFF2-40B4-BE49-F238E27FC236}">
                <a16:creationId xmlns:a16="http://schemas.microsoft.com/office/drawing/2014/main" id="{70CFB4C6-35A6-48DF-B70D-A88F042352AF}"/>
              </a:ext>
            </a:extLst>
          </p:cNvPr>
          <p:cNvSpPr>
            <a:spLocks xmlns:a="http://schemas.openxmlformats.org/drawingml/2006/main" noGrp="1"/>
          </p:cNvSpPr>
          <p:nvPr>
            <p:ph type="body" idx="0"/>
          </p:nvPr>
        </p:nvSpPr>
        <p:spPr>
          <a:xfrm xmlns:a="http://schemas.openxmlformats.org/drawingml/2006/main">
            <a:off x="540000" y="1260000"/>
            <a:ext cx="9000000" cy="342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lvl1pPr algn="l">
              <a:spcBef>
                <a:spcPts val="1060"/>
              </a:spcBef>
              <a:buClr>
                <a:srgbClr val="000000"/>
              </a:buClr>
              <a:buSzPct val="45000"/>
              <a:buFont typeface="Wingdings"/>
              <a:buChar char=""/>
              <a:defRPr sz="2400" b="0" u="none" strike="noStrike">
                <a:solidFill>
                  <a:srgbClr val="000000"/>
                </a:solidFill>
                <a:latin typeface="Arial"/>
                <a:ea typeface="Arial"/>
                <a:cs typeface="Arial"/>
              </a:defRPr>
            </a:lvl1pPr>
            <a:lvl2pPr algn="l">
              <a:spcBef>
                <a:spcPts val="850"/>
              </a:spcBef>
              <a:buClr>
                <a:srgbClr val="000000"/>
              </a:buClr>
              <a:buSzPct val="75000"/>
              <a:buFont typeface="Symbol"/>
              <a:buChar char=""/>
              <a:defRPr sz="2100" b="0" u="none" strike="noStrike">
                <a:solidFill>
                  <a:srgbClr val="000000"/>
                </a:solidFill>
                <a:latin typeface="Arial"/>
                <a:ea typeface="Arial"/>
                <a:cs typeface="Arial"/>
              </a:defRPr>
            </a:lvl2pPr>
            <a:lvl3pPr algn="l">
              <a:spcBef>
                <a:spcPts val="635"/>
              </a:spcBef>
              <a:buClr>
                <a:srgbClr val="000000"/>
              </a:buClr>
              <a:buSzPct val="45000"/>
              <a:buFont typeface="Wingdings"/>
              <a:buChar char=""/>
              <a:defRPr sz="1800" b="0" u="none" strike="noStrike">
                <a:solidFill>
                  <a:srgbClr val="000000"/>
                </a:solidFill>
                <a:latin typeface="Arial"/>
                <a:ea typeface="Arial"/>
                <a:cs typeface="Arial"/>
              </a:defRPr>
            </a:lvl3pPr>
            <a:lvl4pPr algn="l">
              <a:spcBef>
                <a:spcPts val="422"/>
              </a:spcBef>
              <a:buClr>
                <a:srgbClr val="000000"/>
              </a:buClr>
              <a:buSzPct val="75000"/>
              <a:buFont typeface="Symbol"/>
              <a:buChar char=""/>
              <a:defRPr sz="1500" b="0" u="none" strike="noStrike">
                <a:solidFill>
                  <a:srgbClr val="000000"/>
                </a:solidFill>
                <a:latin typeface="Arial"/>
                <a:ea typeface="Arial"/>
                <a:cs typeface="Arial"/>
              </a:defRPr>
            </a:lvl4pPr>
            <a:lvl5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5pPr>
            <a:lvl6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6pPr>
            <a:lvl7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7pPr>
          </a:lstStyle>
          <a:p xmlns:a="http://schemas.openxmlformats.org/drawingml/2006/main">
            <a:pPr marL="432000" indent="-324000" algn="l">
              <a:spcBef>
                <a:spcPts val="1060"/>
              </a:spcBef>
              <a:buClr>
                <a:srgbClr val="000000"/>
              </a:buClr>
              <a:buSzPct val="45000"/>
              <a:buFont typeface="Wingdings"/>
              <a:buChar char=""/>
            </a:pPr>
            <a:r>
              <a:rPr sz="2400" b="0" u="none" strike="noStrike">
                <a:solidFill>
                  <a:srgbClr val="000000"/>
                </a:solidFill>
                <a:latin typeface="Arial"/>
                <a:ea typeface="Arial"/>
                <a:cs typeface="Arial"/>
              </a:rPr>
              <a:t>Click to edit the outline text format</a:t>
            </a:r>
            <a:endParaRPr sz="2400" b="0" u="none" strike="noStrike">
              <a:solidFill>
                <a:srgbClr val="000000"/>
              </a:solidFill>
              <a:latin typeface="Arial"/>
              <a:ea typeface="Arial"/>
              <a:cs typeface="Arial"/>
            </a:endParaRPr>
          </a:p>
          <a:p xmlns:a="http://schemas.openxmlformats.org/drawingml/2006/main">
            <a:pPr marL="864000" lvl="1" indent="-324000" algn="l">
              <a:spcBef>
                <a:spcPts val="850"/>
              </a:spcBef>
              <a:buClr>
                <a:srgbClr val="000000"/>
              </a:buClr>
              <a:buSzPct val="75000"/>
              <a:buFont typeface="Symbol"/>
              <a:buChar char=""/>
            </a:pPr>
            <a:r>
              <a:rPr sz="2100" b="0" u="none" strike="noStrike">
                <a:solidFill>
                  <a:srgbClr val="000000"/>
                </a:solidFill>
                <a:latin typeface="Arial"/>
                <a:ea typeface="Arial"/>
                <a:cs typeface="Arial"/>
              </a:rPr>
              <a:t>Second Outline Level</a:t>
            </a:r>
            <a:endParaRPr sz="2100" b="0" u="none" strike="noStrike">
              <a:solidFill>
                <a:srgbClr val="000000"/>
              </a:solidFill>
              <a:latin typeface="Arial"/>
              <a:ea typeface="Arial"/>
              <a:cs typeface="Arial"/>
            </a:endParaRPr>
          </a:p>
          <a:p xmlns:a="http://schemas.openxmlformats.org/drawingml/2006/main">
            <a:pPr marL="1296000" lvl="2" indent="-288000" algn="l">
              <a:spcBef>
                <a:spcPts val="635"/>
              </a:spcBef>
              <a:buClr>
                <a:srgbClr val="000000"/>
              </a:buClr>
              <a:buSzPct val="45000"/>
              <a:buFont typeface="Wingdings"/>
              <a:buChar char=""/>
            </a:pPr>
            <a:r>
              <a:rPr sz="1800" b="0" u="none" strike="noStrike">
                <a:solidFill>
                  <a:srgbClr val="000000"/>
                </a:solidFill>
                <a:latin typeface="Arial"/>
                <a:ea typeface="Arial"/>
                <a:cs typeface="Arial"/>
              </a:rPr>
              <a:t>Third Outline Level</a:t>
            </a:r>
            <a:endParaRPr sz="1800" b="0" u="none" strike="noStrike">
              <a:solidFill>
                <a:srgbClr val="000000"/>
              </a:solidFill>
              <a:latin typeface="Arial"/>
              <a:ea typeface="Arial"/>
              <a:cs typeface="Arial"/>
            </a:endParaRPr>
          </a:p>
          <a:p xmlns:a="http://schemas.openxmlformats.org/drawingml/2006/main">
            <a:pPr marL="1728000" lvl="3" indent="-216000" algn="l">
              <a:spcBef>
                <a:spcPts val="422"/>
              </a:spcBef>
              <a:buClr>
                <a:srgbClr val="000000"/>
              </a:buClr>
              <a:buSzPct val="75000"/>
              <a:buFont typeface="Symbol"/>
              <a:buChar char=""/>
            </a:pPr>
            <a:r>
              <a:rPr sz="1500" b="0" u="none" strike="noStrike">
                <a:solidFill>
                  <a:srgbClr val="000000"/>
                </a:solidFill>
                <a:latin typeface="Arial"/>
                <a:ea typeface="Arial"/>
                <a:cs typeface="Arial"/>
              </a:rPr>
              <a:t>Fourth Outline Level</a:t>
            </a:r>
            <a:endParaRPr sz="1500" b="0" u="none" strike="noStrike">
              <a:solidFill>
                <a:srgbClr val="000000"/>
              </a:solidFill>
              <a:latin typeface="Arial"/>
              <a:ea typeface="Arial"/>
              <a:cs typeface="Arial"/>
            </a:endParaRPr>
          </a:p>
          <a:p xmlns:a="http://schemas.openxmlformats.org/drawingml/2006/main">
            <a:pPr marL="2160000" lvl="4"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Fifth Outline Level</a:t>
            </a:r>
            <a:endParaRPr sz="1500" b="0" u="none" strike="noStrike">
              <a:solidFill>
                <a:srgbClr val="000000"/>
              </a:solidFill>
              <a:latin typeface="Arial"/>
              <a:ea typeface="Arial"/>
              <a:cs typeface="Arial"/>
            </a:endParaRPr>
          </a:p>
          <a:p xmlns:a="http://schemas.openxmlformats.org/drawingml/2006/main">
            <a:pPr marL="2592000" lvl="5"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Sixth Outline Level</a:t>
            </a:r>
            <a:endParaRPr sz="1500" b="0" u="none" strike="noStrike">
              <a:solidFill>
                <a:srgbClr val="000000"/>
              </a:solidFill>
              <a:latin typeface="Arial"/>
              <a:ea typeface="Arial"/>
              <a:cs typeface="Arial"/>
            </a:endParaRPr>
          </a:p>
          <a:p xmlns:a="http://schemas.openxmlformats.org/drawingml/2006/main">
            <a:pPr marL="3024000" lvl="6"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Seventh Outline Level</a:t>
            </a:r>
            <a:endParaRPr sz="1500" b="0" u="none" strike="noStrike">
              <a:solidFill>
                <a:srgbClr val="000000"/>
              </a:solidFill>
              <a:latin typeface="Arial"/>
              <a:ea typeface="Arial"/>
              <a:cs typeface="Arial"/>
            </a:endParaRPr>
          </a:p>
        </p:txBody>
      </p:sp>
      <p:sp>
        <p:nvSpPr>
          <p:cNvPr id="4" name="PlaceHolder 3">
            <a:extLst xmlns:a="http://schemas.openxmlformats.org/drawingml/2006/main">
              <a:ext uri="{FF2B5EF4-FFF2-40B4-BE49-F238E27FC236}">
                <a16:creationId xmlns:a16="http://schemas.microsoft.com/office/drawing/2014/main" id="{E816D4A4-D9C1-4586-BA95-C861A9762C5C}"/>
              </a:ext>
            </a:extLst>
          </p:cNvPr>
          <p:cNvSpPr>
            <a:spLocks xmlns:a="http://schemas.openxmlformats.org/drawingml/2006/main" noGrp="1"/>
          </p:cNvSpPr>
          <p:nvPr>
            <p:ph type="dt" idx="4"/>
          </p:nvPr>
        </p:nvSpPr>
        <p:spPr>
          <a:xfrm xmlns:a="http://schemas.openxmlformats.org/drawingml/2006/main">
            <a:off x="50400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l">
              <a:buNone/>
              <a:defRPr sz="1400" b="0" u="none" strike="noStrike">
                <a:solidFill>
                  <a:srgbClr val="000000"/>
                </a:solidFill>
                <a:latin typeface="Arial"/>
                <a:ea typeface="Arial"/>
                <a:cs typeface="Arial"/>
              </a:defRPr>
            </a:lvl1pPr>
          </a:lstStyle>
          <a:p xmlns:a="http://schemas.openxmlformats.org/drawingml/2006/main">
            <a:pPr indent="0" algn="l">
              <a:buNone/>
            </a:pPr>
            <a:r>
              <a:rPr sz="1400" b="0" u="none" strike="noStrike">
                <a:solidFill>
                  <a:srgbClr val="000000"/>
                </a:solidFill>
                <a:latin typeface="Arial"/>
                <a:ea typeface="Arial"/>
                <a:cs typeface="Arial"/>
              </a:rPr>
              <a:t>&lt;date/time&gt;</a:t>
            </a:r>
            <a:endParaRPr sz="1400" b="0" u="none" strike="noStrike">
              <a:solidFill>
                <a:srgbClr val="000000"/>
              </a:solidFill>
              <a:latin typeface="Arial"/>
              <a:ea typeface="Arial"/>
              <a:cs typeface="Arial"/>
            </a:endParaRPr>
          </a:p>
        </p:txBody>
      </p:sp>
      <p:sp>
        <p:nvSpPr>
          <p:cNvPr id="5" name="PlaceHolder 4">
            <a:extLst xmlns:a="http://schemas.openxmlformats.org/drawingml/2006/main">
              <a:ext uri="{FF2B5EF4-FFF2-40B4-BE49-F238E27FC236}">
                <a16:creationId xmlns:a16="http://schemas.microsoft.com/office/drawing/2014/main" id="{486BCEAB-486D-4C03-92AD-3244F85EF57A}"/>
              </a:ext>
            </a:extLst>
          </p:cNvPr>
          <p:cNvSpPr>
            <a:spLocks xmlns:a="http://schemas.openxmlformats.org/drawingml/2006/main" noGrp="1"/>
          </p:cNvSpPr>
          <p:nvPr>
            <p:ph type="ftr" idx="5"/>
          </p:nvPr>
        </p:nvSpPr>
        <p:spPr>
          <a:xfrm xmlns:a="http://schemas.openxmlformats.org/drawingml/2006/main">
            <a:off x="3447360" y="5165280"/>
            <a:ext cx="3195000" cy="390960"/>
          </a:xfrm>
          <a:prstGeom xmlns:a="http://schemas.openxmlformats.org/drawingml/2006/main" prst="rect">
            <a:avLst/>
          </a:prstGeom>
          <a:solidFill xmlns:a="http://schemas.openxmlformats.org/drawingml/2006/main">
            <a:srgbClr val="74B531"/>
          </a:solidFill>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ctr">
              <a:buNone/>
              <a:defRPr sz="1400" b="0" u="none" strike="noStrike">
                <a:solidFill>
                  <a:srgbClr val="000000"/>
                </a:solidFill>
                <a:latin typeface="Arial"/>
                <a:ea typeface="Arial"/>
                <a:cs typeface="Arial"/>
              </a:defRPr>
            </a:lvl1pPr>
          </a:lstStyle>
          <a:p xmlns:a="http://schemas.openxmlformats.org/drawingml/2006/main">
            <a:pPr indent="0" algn="ctr">
              <a:buNone/>
            </a:pPr>
            <a:r>
              <a:rPr sz="1400" b="0" u="none" strike="noStrike">
                <a:solidFill>
                  <a:srgbClr val="000000"/>
                </a:solidFill>
                <a:latin typeface="Arial"/>
                <a:ea typeface="Arial"/>
                <a:cs typeface="Arial"/>
              </a:rPr>
              <a:t>&lt;footer&gt;</a:t>
            </a:r>
            <a:endParaRPr sz="1400" b="0" u="none" strike="noStrike">
              <a:solidFill>
                <a:srgbClr val="000000"/>
              </a:solidFill>
              <a:latin typeface="Arial"/>
              <a:ea typeface="Arial"/>
              <a:cs typeface="Arial"/>
            </a:endParaRPr>
          </a:p>
        </p:txBody>
      </p:sp>
      <p:sp>
        <p:nvSpPr>
          <p:cNvPr id="6" name="PlaceHolder 5">
            <a:extLst xmlns:a="http://schemas.openxmlformats.org/drawingml/2006/main">
              <a:ext uri="{FF2B5EF4-FFF2-40B4-BE49-F238E27FC236}">
                <a16:creationId xmlns:a16="http://schemas.microsoft.com/office/drawing/2014/main" id="{E10EF1E9-BE58-4CFC-A0E6-B549E053A024}"/>
              </a:ext>
            </a:extLst>
          </p:cNvPr>
          <p:cNvSpPr>
            <a:spLocks xmlns:a="http://schemas.openxmlformats.org/drawingml/2006/main" noGrp="1"/>
          </p:cNvSpPr>
          <p:nvPr>
            <p:ph type="sldNum" idx="6"/>
          </p:nvPr>
        </p:nvSpPr>
        <p:spPr>
          <a:xfrm xmlns:a="http://schemas.openxmlformats.org/drawingml/2006/main">
            <a:off x="722736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r">
              <a:buNone/>
              <a:defRPr sz="1400" b="0" u="none" strike="noStrike">
                <a:solidFill>
                  <a:srgbClr val="000000"/>
                </a:solidFill>
                <a:latin typeface="Arial"/>
                <a:ea typeface="Arial"/>
                <a:cs typeface="Arial"/>
              </a:defRPr>
            </a:lvl1pPr>
          </a:lstStyle>
          <a:p xmlns:a="http://schemas.openxmlformats.org/drawingml/2006/main">
            <a:pPr indent="0" algn="r">
              <a:buNone/>
            </a:pPr>
            <a:fld id="{25981958-BE68-484E-8484-9195C555EE81}" type="slidenum">
              <a:rPr sz="1400" b="0" u="none" strike="noStrike">
                <a:solidFill>
                  <a:srgbClr val="000000"/>
                </a:solidFill>
                <a:latin typeface="Arial"/>
                <a:ea typeface="Arial"/>
                <a:cs typeface="Arial"/>
              </a:rPr>
              <a:t>&lt;number&gt;</a:t>
            </a:fld>
            <a:endParaRPr sz="1400" b="0" u="none" strike="noStrike">
              <a:solidFill>
                <a:srgbClr val="000000"/>
              </a:solidFill>
              <a:latin typeface="Arial"/>
              <a:ea typeface="Arial"/>
              <a:cs typeface="Arial"/>
            </a:endParaRPr>
          </a:p>
        </p:txBody>
      </p:sp>
      <p:sp>
        <p:nvSpPr>
          <p:cNvPr id="7" name="">
            <a:extLst xmlns:a="http://schemas.openxmlformats.org/drawingml/2006/main">
              <a:ext uri="{FF2B5EF4-FFF2-40B4-BE49-F238E27FC236}">
                <a16:creationId xmlns:a16="http://schemas.microsoft.com/office/drawing/2014/main" id="{F343BCD8-0CCD-45A1-BA81-67A868EC8905}"/>
              </a:ext>
            </a:extLst>
          </p:cNvPr>
          <p:cNvSpPr>
            <a:spLocks xmlns:a="http://schemas.openxmlformats.org/drawingml/2006/main" noGrp="1"/>
          </p:cNvSpPr>
          <p:nvPr/>
        </p:nvSpPr>
        <p:spPr>
          <a:xfrm xmlns:a="http://schemas.openxmlformats.org/drawingml/2006/main">
            <a:off x="0" y="5040000"/>
            <a:ext cx="10080000" cy="630000"/>
          </a:xfrm>
          <a:prstGeom xmlns:a="http://schemas.openxmlformats.org/drawingml/2006/main" prst="rect">
            <a:avLst/>
          </a:prstGeom>
          <a:solidFill xmlns:a="http://schemas.openxmlformats.org/drawingml/2006/main">
            <a:srgbClr val="9ECF6C"/>
          </a:solidFill>
          <a:ln xmlns:a="http://schemas.openxmlformats.org/drawingml/2006/main" w="180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 name="">
            <a:extLst xmlns:a="http://schemas.openxmlformats.org/drawingml/2006/main">
              <a:ext uri="{FF2B5EF4-FFF2-40B4-BE49-F238E27FC236}">
                <a16:creationId xmlns:a16="http://schemas.microsoft.com/office/drawing/2014/main" id="{BFEED005-481A-4FE1-A79D-3895675E558B}"/>
              </a:ext>
            </a:extLst>
          </p:cNvPr>
          <p:cNvSpPr>
            <a:spLocks xmlns:a="http://schemas.openxmlformats.org/drawingml/2006/main" noGrp="1"/>
          </p:cNvSpPr>
          <p:nvPr/>
        </p:nvSpPr>
        <p:spPr>
          <a:xfrm xmlns:a="http://schemas.openxmlformats.org/drawingml/2006/main" rot="0" flipH="0" flipV="0">
            <a:off x="3145680" y="5162760"/>
            <a:ext cx="88920" cy="97200"/>
          </a:xfrm>
          <a:custGeom xmlns:a="http://schemas.openxmlformats.org/drawingml/2006/main">
            <a:rect l="0" t="0" r="r" b="b"/>
            <a:pathLst>
              <a:path w="247" h="270">
                <a:moveTo>
                  <a:pt x="247" y="135"/>
                </a:moveTo>
                <a:cubicBezTo>
                  <a:pt x="247" y="159"/>
                  <a:pt x="241" y="182"/>
                  <a:pt x="230" y="203"/>
                </a:cubicBezTo>
                <a:cubicBezTo>
                  <a:pt x="219" y="223"/>
                  <a:pt x="204" y="240"/>
                  <a:pt x="185" y="252"/>
                </a:cubicBezTo>
                <a:cubicBezTo>
                  <a:pt x="166" y="264"/>
                  <a:pt x="145" y="270"/>
                  <a:pt x="124" y="270"/>
                </a:cubicBezTo>
                <a:cubicBezTo>
                  <a:pt x="102" y="270"/>
                  <a:pt x="81" y="264"/>
                  <a:pt x="62" y="252"/>
                </a:cubicBezTo>
                <a:cubicBezTo>
                  <a:pt x="43" y="240"/>
                  <a:pt x="28" y="223"/>
                  <a:pt x="17" y="203"/>
                </a:cubicBezTo>
                <a:cubicBezTo>
                  <a:pt x="6" y="182"/>
                  <a:pt x="0" y="159"/>
                  <a:pt x="0" y="135"/>
                </a:cubicBezTo>
                <a:cubicBezTo>
                  <a:pt x="0" y="111"/>
                  <a:pt x="6" y="88"/>
                  <a:pt x="17" y="67"/>
                </a:cubicBezTo>
                <a:cubicBezTo>
                  <a:pt x="28" y="47"/>
                  <a:pt x="43" y="30"/>
                  <a:pt x="62" y="18"/>
                </a:cubicBezTo>
                <a:cubicBezTo>
                  <a:pt x="81" y="6"/>
                  <a:pt x="102" y="0"/>
                  <a:pt x="124" y="0"/>
                </a:cubicBezTo>
                <a:cubicBezTo>
                  <a:pt x="145" y="0"/>
                  <a:pt x="166" y="6"/>
                  <a:pt x="185" y="18"/>
                </a:cubicBezTo>
                <a:cubicBezTo>
                  <a:pt x="204" y="30"/>
                  <a:pt x="219" y="47"/>
                  <a:pt x="230" y="67"/>
                </a:cubicBezTo>
                <a:cubicBezTo>
                  <a:pt x="241" y="88"/>
                  <a:pt x="247" y="111"/>
                  <a:pt x="247" y="13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0" name="">
            <a:extLst xmlns:a="http://schemas.openxmlformats.org/drawingml/2006/main">
              <a:ext uri="{FF2B5EF4-FFF2-40B4-BE49-F238E27FC236}">
                <a16:creationId xmlns:a16="http://schemas.microsoft.com/office/drawing/2014/main" id="{E081A57E-C532-420D-BAEF-8189E90D094C}"/>
              </a:ext>
            </a:extLst>
          </p:cNvPr>
          <p:cNvSpPr>
            <a:spLocks xmlns:a="http://schemas.openxmlformats.org/drawingml/2006/main" noGrp="1"/>
          </p:cNvSpPr>
          <p:nvPr/>
        </p:nvSpPr>
        <p:spPr>
          <a:xfrm xmlns:a="http://schemas.openxmlformats.org/drawingml/2006/main" rot="0" flipH="0" flipV="0">
            <a:off x="3048480" y="5151600"/>
            <a:ext cx="153720" cy="193680"/>
          </a:xfrm>
          <a:custGeom xmlns:a="http://schemas.openxmlformats.org/drawingml/2006/main">
            <a:rect l="0" t="0" r="r" b="b"/>
            <a:pathLst>
              <a:path w="427" h="538">
                <a:moveTo>
                  <a:pt x="403" y="452"/>
                </a:moveTo>
                <a:cubicBezTo>
                  <a:pt x="495" y="104"/>
                  <a:pt x="301" y="151"/>
                  <a:pt x="250" y="0"/>
                </a:cubicBezTo>
                <a:cubicBezTo>
                  <a:pt x="177" y="36"/>
                  <a:pt x="104" y="71"/>
                  <a:pt x="31" y="107"/>
                </a:cubicBezTo>
                <a:cubicBezTo>
                  <a:pt x="31" y="104"/>
                  <a:pt x="-36" y="440"/>
                  <a:pt x="28" y="514"/>
                </a:cubicBezTo>
                <a:cubicBezTo>
                  <a:pt x="78" y="569"/>
                  <a:pt x="384" y="523"/>
                  <a:pt x="403" y="45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1" name="">
            <a:extLst xmlns:a="http://schemas.openxmlformats.org/drawingml/2006/main">
              <a:ext uri="{FF2B5EF4-FFF2-40B4-BE49-F238E27FC236}">
                <a16:creationId xmlns:a16="http://schemas.microsoft.com/office/drawing/2014/main" id="{F637811D-CEEB-47B5-A8A1-0A0814816F3A}"/>
              </a:ext>
            </a:extLst>
          </p:cNvPr>
          <p:cNvSpPr>
            <a:spLocks xmlns:a="http://schemas.openxmlformats.org/drawingml/2006/main" noGrp="1"/>
          </p:cNvSpPr>
          <p:nvPr/>
        </p:nvSpPr>
        <p:spPr>
          <a:xfrm xmlns:a="http://schemas.openxmlformats.org/drawingml/2006/main" rot="0" flipH="0" flipV="0">
            <a:off x="3059280" y="5259600"/>
            <a:ext cx="91080" cy="47160"/>
          </a:xfrm>
          <a:custGeom xmlns:a="http://schemas.openxmlformats.org/drawingml/2006/main">
            <a:rect l="0" t="0" r="r" b="b"/>
            <a:pathLst>
              <a:path w="253" h="131">
                <a:moveTo>
                  <a:pt x="34" y="63"/>
                </a:moveTo>
                <a:cubicBezTo>
                  <a:pt x="52" y="44"/>
                  <a:pt x="74" y="26"/>
                  <a:pt x="99" y="17"/>
                </a:cubicBezTo>
                <a:cubicBezTo>
                  <a:pt x="148" y="-5"/>
                  <a:pt x="204" y="-5"/>
                  <a:pt x="253" y="14"/>
                </a:cubicBezTo>
                <a:cubicBezTo>
                  <a:pt x="200" y="14"/>
                  <a:pt x="154" y="17"/>
                  <a:pt x="108" y="38"/>
                </a:cubicBezTo>
                <a:cubicBezTo>
                  <a:pt x="87" y="47"/>
                  <a:pt x="65" y="60"/>
                  <a:pt x="47" y="75"/>
                </a:cubicBezTo>
                <a:cubicBezTo>
                  <a:pt x="31" y="91"/>
                  <a:pt x="13" y="109"/>
                  <a:pt x="0" y="131"/>
                </a:cubicBezTo>
                <a:cubicBezTo>
                  <a:pt x="4" y="106"/>
                  <a:pt x="15" y="81"/>
                  <a:pt x="34" y="6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160" rIns="90000" bIns="21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2" name="">
            <a:extLst xmlns:a="http://schemas.openxmlformats.org/drawingml/2006/main">
              <a:ext uri="{FF2B5EF4-FFF2-40B4-BE49-F238E27FC236}">
                <a16:creationId xmlns:a16="http://schemas.microsoft.com/office/drawing/2014/main" id="{46395622-9364-4418-A0A7-3309E0DB6CD4}"/>
              </a:ext>
            </a:extLst>
          </p:cNvPr>
          <p:cNvSpPr>
            <a:spLocks xmlns:a="http://schemas.openxmlformats.org/drawingml/2006/main" noGrp="1"/>
          </p:cNvSpPr>
          <p:nvPr/>
        </p:nvSpPr>
        <p:spPr>
          <a:xfrm xmlns:a="http://schemas.openxmlformats.org/drawingml/2006/main" rot="0" flipH="0" flipV="0">
            <a:off x="2947680" y="5136120"/>
            <a:ext cx="131040" cy="235800"/>
          </a:xfrm>
          <a:custGeom xmlns:a="http://schemas.openxmlformats.org/drawingml/2006/main">
            <a:rect l="0" t="0" r="r" b="b"/>
            <a:pathLst>
              <a:path w="364" h="655">
                <a:moveTo>
                  <a:pt x="290" y="615"/>
                </a:moveTo>
                <a:cubicBezTo>
                  <a:pt x="364" y="538"/>
                  <a:pt x="361" y="197"/>
                  <a:pt x="364" y="27"/>
                </a:cubicBezTo>
                <a:cubicBezTo>
                  <a:pt x="259" y="18"/>
                  <a:pt x="154" y="9"/>
                  <a:pt x="50" y="0"/>
                </a:cubicBezTo>
                <a:cubicBezTo>
                  <a:pt x="47" y="0"/>
                  <a:pt x="-39" y="541"/>
                  <a:pt x="22" y="615"/>
                </a:cubicBezTo>
                <a:cubicBezTo>
                  <a:pt x="68" y="670"/>
                  <a:pt x="238" y="667"/>
                  <a:pt x="290" y="61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3" name="">
            <a:extLst xmlns:a="http://schemas.openxmlformats.org/drawingml/2006/main">
              <a:ext uri="{FF2B5EF4-FFF2-40B4-BE49-F238E27FC236}">
                <a16:creationId xmlns:a16="http://schemas.microsoft.com/office/drawing/2014/main" id="{9B14B36F-9430-4153-A002-6569B6471E69}"/>
              </a:ext>
            </a:extLst>
          </p:cNvPr>
          <p:cNvSpPr>
            <a:spLocks xmlns:a="http://schemas.openxmlformats.org/drawingml/2006/main" noGrp="1"/>
          </p:cNvSpPr>
          <p:nvPr/>
        </p:nvSpPr>
        <p:spPr>
          <a:xfrm xmlns:a="http://schemas.openxmlformats.org/drawingml/2006/main" rot="0" flipH="0" flipV="0">
            <a:off x="2832840" y="5136120"/>
            <a:ext cx="131040" cy="235800"/>
          </a:xfrm>
          <a:custGeom xmlns:a="http://schemas.openxmlformats.org/drawingml/2006/main">
            <a:rect l="0" t="0" r="r" b="b"/>
            <a:pathLst>
              <a:path w="364" h="655">
                <a:moveTo>
                  <a:pt x="74" y="615"/>
                </a:moveTo>
                <a:cubicBezTo>
                  <a:pt x="0" y="538"/>
                  <a:pt x="3" y="197"/>
                  <a:pt x="0" y="27"/>
                </a:cubicBezTo>
                <a:cubicBezTo>
                  <a:pt x="105" y="18"/>
                  <a:pt x="209" y="9"/>
                  <a:pt x="314" y="0"/>
                </a:cubicBezTo>
                <a:cubicBezTo>
                  <a:pt x="323" y="205"/>
                  <a:pt x="403" y="541"/>
                  <a:pt x="341" y="615"/>
                </a:cubicBezTo>
                <a:cubicBezTo>
                  <a:pt x="295" y="670"/>
                  <a:pt x="126" y="667"/>
                  <a:pt x="74" y="61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4" name="">
            <a:extLst xmlns:a="http://schemas.openxmlformats.org/drawingml/2006/main">
              <a:ext uri="{FF2B5EF4-FFF2-40B4-BE49-F238E27FC236}">
                <a16:creationId xmlns:a16="http://schemas.microsoft.com/office/drawing/2014/main" id="{804E1678-B0FA-4C64-8F5E-667527A8CF2D}"/>
              </a:ext>
            </a:extLst>
          </p:cNvPr>
          <p:cNvSpPr>
            <a:spLocks xmlns:a="http://schemas.openxmlformats.org/drawingml/2006/main" noGrp="1"/>
          </p:cNvSpPr>
          <p:nvPr/>
        </p:nvSpPr>
        <p:spPr>
          <a:xfrm xmlns:a="http://schemas.openxmlformats.org/drawingml/2006/main" rot="0" flipH="0" flipV="0">
            <a:off x="2951280" y="5262120"/>
            <a:ext cx="9000" cy="95400"/>
          </a:xfrm>
          <a:custGeom xmlns:a="http://schemas.openxmlformats.org/drawingml/2006/main">
            <a:rect l="0" t="0" r="r" b="b"/>
            <a:pathLst>
              <a:path w="25" h="265">
                <a:moveTo>
                  <a:pt x="0" y="133"/>
                </a:moveTo>
                <a:cubicBezTo>
                  <a:pt x="0" y="90"/>
                  <a:pt x="3" y="44"/>
                  <a:pt x="12" y="0"/>
                </a:cubicBezTo>
                <a:cubicBezTo>
                  <a:pt x="21" y="44"/>
                  <a:pt x="25" y="90"/>
                  <a:pt x="25" y="133"/>
                </a:cubicBezTo>
                <a:cubicBezTo>
                  <a:pt x="21" y="179"/>
                  <a:pt x="21" y="222"/>
                  <a:pt x="12" y="265"/>
                </a:cubicBezTo>
                <a:cubicBezTo>
                  <a:pt x="3" y="222"/>
                  <a:pt x="0" y="176"/>
                  <a:pt x="0" y="13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5" name="">
            <a:extLst xmlns:a="http://schemas.openxmlformats.org/drawingml/2006/main">
              <a:ext uri="{FF2B5EF4-FFF2-40B4-BE49-F238E27FC236}">
                <a16:creationId xmlns:a16="http://schemas.microsoft.com/office/drawing/2014/main" id="{55E3F34C-6398-4E72-BBB6-34658295BDCD}"/>
              </a:ext>
            </a:extLst>
          </p:cNvPr>
          <p:cNvSpPr>
            <a:spLocks xmlns:a="http://schemas.openxmlformats.org/drawingml/2006/main" noGrp="1"/>
          </p:cNvSpPr>
          <p:nvPr/>
        </p:nvSpPr>
        <p:spPr>
          <a:xfrm xmlns:a="http://schemas.openxmlformats.org/drawingml/2006/main" rot="0" flipH="0" flipV="0">
            <a:off x="2855880" y="5127120"/>
            <a:ext cx="199440" cy="192600"/>
          </a:xfrm>
          <a:custGeom xmlns:a="http://schemas.openxmlformats.org/drawingml/2006/main">
            <a:rect l="0" t="0" r="r" b="b"/>
            <a:pathLst>
              <a:path w="554" h="535">
                <a:moveTo>
                  <a:pt x="277" y="535"/>
                </a:moveTo>
                <a:cubicBezTo>
                  <a:pt x="185" y="440"/>
                  <a:pt x="0" y="390"/>
                  <a:pt x="0" y="252"/>
                </a:cubicBezTo>
                <a:cubicBezTo>
                  <a:pt x="0" y="113"/>
                  <a:pt x="123" y="0"/>
                  <a:pt x="277" y="0"/>
                </a:cubicBezTo>
                <a:cubicBezTo>
                  <a:pt x="431" y="0"/>
                  <a:pt x="554" y="113"/>
                  <a:pt x="554" y="252"/>
                </a:cubicBezTo>
                <a:cubicBezTo>
                  <a:pt x="554" y="390"/>
                  <a:pt x="369" y="440"/>
                  <a:pt x="277" y="53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6" name="">
            <a:extLst xmlns:a="http://schemas.openxmlformats.org/drawingml/2006/main">
              <a:ext uri="{FF2B5EF4-FFF2-40B4-BE49-F238E27FC236}">
                <a16:creationId xmlns:a16="http://schemas.microsoft.com/office/drawing/2014/main" id="{2D14CD8F-9C0D-4E25-8548-821F2E99722A}"/>
              </a:ext>
            </a:extLst>
          </p:cNvPr>
          <p:cNvSpPr>
            <a:spLocks xmlns:a="http://schemas.openxmlformats.org/drawingml/2006/main" noGrp="1"/>
          </p:cNvSpPr>
          <p:nvPr/>
        </p:nvSpPr>
        <p:spPr>
          <a:xfrm xmlns:a="http://schemas.openxmlformats.org/drawingml/2006/main" rot="0" flipH="0" flipV="0">
            <a:off x="3033000" y="4707720"/>
            <a:ext cx="150120" cy="291240"/>
          </a:xfrm>
          <a:custGeom xmlns:a="http://schemas.openxmlformats.org/drawingml/2006/main">
            <a:rect l="0" t="0" r="r" b="b"/>
            <a:pathLst>
              <a:path w="417" h="809">
                <a:moveTo>
                  <a:pt x="37" y="354"/>
                </a:moveTo>
                <a:cubicBezTo>
                  <a:pt x="21" y="677"/>
                  <a:pt x="12" y="629"/>
                  <a:pt x="0" y="766"/>
                </a:cubicBezTo>
                <a:cubicBezTo>
                  <a:pt x="57" y="780"/>
                  <a:pt x="115" y="795"/>
                  <a:pt x="172" y="809"/>
                </a:cubicBezTo>
                <a:cubicBezTo>
                  <a:pt x="243" y="686"/>
                  <a:pt x="163" y="778"/>
                  <a:pt x="384" y="440"/>
                </a:cubicBezTo>
                <a:cubicBezTo>
                  <a:pt x="464" y="314"/>
                  <a:pt x="378" y="18"/>
                  <a:pt x="329" y="0"/>
                </a:cubicBezTo>
                <a:cubicBezTo>
                  <a:pt x="298" y="-9"/>
                  <a:pt x="43" y="188"/>
                  <a:pt x="37" y="35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7" name="">
            <a:extLst xmlns:a="http://schemas.openxmlformats.org/drawingml/2006/main">
              <a:ext uri="{FF2B5EF4-FFF2-40B4-BE49-F238E27FC236}">
                <a16:creationId xmlns:a16="http://schemas.microsoft.com/office/drawing/2014/main" id="{33E4A318-597D-4CF8-B716-FDA6CE4983FD}"/>
              </a:ext>
            </a:extLst>
          </p:cNvPr>
          <p:cNvSpPr>
            <a:spLocks xmlns:a="http://schemas.openxmlformats.org/drawingml/2006/main" noGrp="1"/>
          </p:cNvSpPr>
          <p:nvPr/>
        </p:nvSpPr>
        <p:spPr>
          <a:xfrm xmlns:a="http://schemas.openxmlformats.org/drawingml/2006/main" rot="0" flipH="0" flipV="0">
            <a:off x="3044880" y="4766040"/>
            <a:ext cx="109080" cy="230400"/>
          </a:xfrm>
          <a:custGeom xmlns:a="http://schemas.openxmlformats.org/drawingml/2006/main">
            <a:rect l="0" t="0" r="r" b="b"/>
            <a:pathLst>
              <a:path w="303" h="640">
                <a:moveTo>
                  <a:pt x="77" y="210"/>
                </a:moveTo>
                <a:cubicBezTo>
                  <a:pt x="19" y="523"/>
                  <a:pt x="26" y="478"/>
                  <a:pt x="0" y="612"/>
                </a:cubicBezTo>
                <a:cubicBezTo>
                  <a:pt x="38" y="622"/>
                  <a:pt x="76" y="631"/>
                  <a:pt x="114" y="640"/>
                </a:cubicBezTo>
                <a:cubicBezTo>
                  <a:pt x="169" y="513"/>
                  <a:pt x="114" y="618"/>
                  <a:pt x="280" y="258"/>
                </a:cubicBezTo>
                <a:cubicBezTo>
                  <a:pt x="324" y="167"/>
                  <a:pt x="299" y="16"/>
                  <a:pt x="253" y="1"/>
                </a:cubicBezTo>
                <a:cubicBezTo>
                  <a:pt x="222" y="-8"/>
                  <a:pt x="102" y="81"/>
                  <a:pt x="77" y="21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8" name="">
            <a:extLst xmlns:a="http://schemas.openxmlformats.org/drawingml/2006/main">
              <a:ext uri="{FF2B5EF4-FFF2-40B4-BE49-F238E27FC236}">
                <a16:creationId xmlns:a16="http://schemas.microsoft.com/office/drawing/2014/main" id="{2297594C-C6E6-451B-959F-E01F4CFB4750}"/>
              </a:ext>
            </a:extLst>
          </p:cNvPr>
          <p:cNvSpPr>
            <a:spLocks xmlns:a="http://schemas.openxmlformats.org/drawingml/2006/main" noGrp="1"/>
          </p:cNvSpPr>
          <p:nvPr/>
        </p:nvSpPr>
        <p:spPr>
          <a:xfrm xmlns:a="http://schemas.openxmlformats.org/drawingml/2006/main" rot="0" flipH="0" flipV="0">
            <a:off x="2727360" y="4707720"/>
            <a:ext cx="150840" cy="291240"/>
          </a:xfrm>
          <a:custGeom xmlns:a="http://schemas.openxmlformats.org/drawingml/2006/main">
            <a:rect l="0" t="0" r="r" b="b"/>
            <a:pathLst>
              <a:path w="419" h="809">
                <a:moveTo>
                  <a:pt x="382" y="354"/>
                </a:moveTo>
                <a:cubicBezTo>
                  <a:pt x="397" y="677"/>
                  <a:pt x="406" y="629"/>
                  <a:pt x="419" y="766"/>
                </a:cubicBezTo>
                <a:cubicBezTo>
                  <a:pt x="361" y="780"/>
                  <a:pt x="304" y="795"/>
                  <a:pt x="247" y="809"/>
                </a:cubicBezTo>
                <a:cubicBezTo>
                  <a:pt x="176" y="686"/>
                  <a:pt x="256" y="778"/>
                  <a:pt x="34" y="440"/>
                </a:cubicBezTo>
                <a:cubicBezTo>
                  <a:pt x="-49" y="314"/>
                  <a:pt x="40" y="18"/>
                  <a:pt x="90" y="0"/>
                </a:cubicBezTo>
                <a:cubicBezTo>
                  <a:pt x="120" y="-9"/>
                  <a:pt x="376" y="188"/>
                  <a:pt x="382" y="35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607462CE-5A6F-45C4-9D4B-8341DA0B7A1C}"/>
              </a:ext>
            </a:extLst>
          </p:cNvPr>
          <p:cNvSpPr>
            <a:spLocks xmlns:a="http://schemas.openxmlformats.org/drawingml/2006/main" noGrp="1"/>
          </p:cNvSpPr>
          <p:nvPr/>
        </p:nvSpPr>
        <p:spPr>
          <a:xfrm xmlns:a="http://schemas.openxmlformats.org/drawingml/2006/main" rot="0" flipH="0" flipV="0">
            <a:off x="2756880" y="4766040"/>
            <a:ext cx="109080" cy="231480"/>
          </a:xfrm>
          <a:custGeom xmlns:a="http://schemas.openxmlformats.org/drawingml/2006/main">
            <a:rect l="0" t="0" r="r" b="b"/>
            <a:pathLst>
              <a:path w="303" h="643">
                <a:moveTo>
                  <a:pt x="226" y="210"/>
                </a:moveTo>
                <a:cubicBezTo>
                  <a:pt x="285" y="523"/>
                  <a:pt x="277" y="478"/>
                  <a:pt x="303" y="612"/>
                </a:cubicBezTo>
                <a:cubicBezTo>
                  <a:pt x="266" y="623"/>
                  <a:pt x="229" y="633"/>
                  <a:pt x="192" y="643"/>
                </a:cubicBezTo>
                <a:cubicBezTo>
                  <a:pt x="136" y="516"/>
                  <a:pt x="192" y="622"/>
                  <a:pt x="23" y="262"/>
                </a:cubicBezTo>
                <a:cubicBezTo>
                  <a:pt x="-20" y="167"/>
                  <a:pt x="1" y="16"/>
                  <a:pt x="51" y="1"/>
                </a:cubicBezTo>
                <a:cubicBezTo>
                  <a:pt x="81" y="-8"/>
                  <a:pt x="201" y="81"/>
                  <a:pt x="226" y="21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27D3EB7D-D178-42F7-AC56-249B126ECCA0}"/>
              </a:ext>
            </a:extLst>
          </p:cNvPr>
          <p:cNvSpPr>
            <a:spLocks xmlns:a="http://schemas.openxmlformats.org/drawingml/2006/main" noGrp="1"/>
          </p:cNvSpPr>
          <p:nvPr/>
        </p:nvSpPr>
        <p:spPr>
          <a:xfrm xmlns:a="http://schemas.openxmlformats.org/drawingml/2006/main" rot="0" flipH="0" flipV="0">
            <a:off x="2752560" y="4884840"/>
            <a:ext cx="405720" cy="355680"/>
          </a:xfrm>
          <a:custGeom xmlns:a="http://schemas.openxmlformats.org/drawingml/2006/main">
            <a:rect l="0" t="0" r="r" b="b"/>
            <a:pathLst>
              <a:path w="1127" h="988">
                <a:moveTo>
                  <a:pt x="564" y="0"/>
                </a:moveTo>
                <a:cubicBezTo>
                  <a:pt x="874" y="0"/>
                  <a:pt x="1016" y="133"/>
                  <a:pt x="1016" y="317"/>
                </a:cubicBezTo>
                <a:cubicBezTo>
                  <a:pt x="1016" y="471"/>
                  <a:pt x="1249" y="699"/>
                  <a:pt x="1040" y="849"/>
                </a:cubicBezTo>
                <a:cubicBezTo>
                  <a:pt x="939" y="923"/>
                  <a:pt x="766" y="988"/>
                  <a:pt x="564" y="988"/>
                </a:cubicBezTo>
                <a:cubicBezTo>
                  <a:pt x="361" y="988"/>
                  <a:pt x="189" y="923"/>
                  <a:pt x="87" y="849"/>
                </a:cubicBezTo>
                <a:cubicBezTo>
                  <a:pt x="-122" y="696"/>
                  <a:pt x="112" y="471"/>
                  <a:pt x="112" y="317"/>
                </a:cubicBezTo>
                <a:cubicBezTo>
                  <a:pt x="112" y="133"/>
                  <a:pt x="250" y="0"/>
                  <a:pt x="564"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 name="">
            <a:extLst xmlns:a="http://schemas.openxmlformats.org/drawingml/2006/main">
              <a:ext uri="{FF2B5EF4-FFF2-40B4-BE49-F238E27FC236}">
                <a16:creationId xmlns:a16="http://schemas.microsoft.com/office/drawing/2014/main" id="{1B7B069F-8172-4A15-A082-B15AF91DD8FD}"/>
              </a:ext>
            </a:extLst>
          </p:cNvPr>
          <p:cNvSpPr>
            <a:spLocks xmlns:a="http://schemas.openxmlformats.org/drawingml/2006/main" noGrp="1"/>
          </p:cNvSpPr>
          <p:nvPr/>
        </p:nvSpPr>
        <p:spPr>
          <a:xfrm xmlns:a="http://schemas.openxmlformats.org/drawingml/2006/main" rot="0" flipH="0" flipV="0">
            <a:off x="2777040" y="4933440"/>
            <a:ext cx="354600" cy="294480"/>
          </a:xfrm>
          <a:custGeom xmlns:a="http://schemas.openxmlformats.org/drawingml/2006/main">
            <a:rect l="0" t="0" r="r" b="b"/>
            <a:pathLst>
              <a:path w="985" h="818">
                <a:moveTo>
                  <a:pt x="536" y="28"/>
                </a:moveTo>
                <a:cubicBezTo>
                  <a:pt x="509" y="-9"/>
                  <a:pt x="484" y="-9"/>
                  <a:pt x="456" y="28"/>
                </a:cubicBezTo>
                <a:cubicBezTo>
                  <a:pt x="392" y="111"/>
                  <a:pt x="290" y="290"/>
                  <a:pt x="284" y="438"/>
                </a:cubicBezTo>
                <a:cubicBezTo>
                  <a:pt x="167" y="422"/>
                  <a:pt x="35" y="428"/>
                  <a:pt x="7" y="490"/>
                </a:cubicBezTo>
                <a:cubicBezTo>
                  <a:pt x="-45" y="612"/>
                  <a:pt x="201" y="818"/>
                  <a:pt x="493" y="818"/>
                </a:cubicBezTo>
                <a:cubicBezTo>
                  <a:pt x="789" y="818"/>
                  <a:pt x="1031" y="612"/>
                  <a:pt x="978" y="490"/>
                </a:cubicBezTo>
                <a:cubicBezTo>
                  <a:pt x="958" y="428"/>
                  <a:pt x="822" y="422"/>
                  <a:pt x="709" y="438"/>
                </a:cubicBezTo>
                <a:cubicBezTo>
                  <a:pt x="702" y="290"/>
                  <a:pt x="601" y="111"/>
                  <a:pt x="536"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2" name="">
            <a:extLst xmlns:a="http://schemas.openxmlformats.org/drawingml/2006/main">
              <a:ext uri="{FF2B5EF4-FFF2-40B4-BE49-F238E27FC236}">
                <a16:creationId xmlns:a16="http://schemas.microsoft.com/office/drawing/2014/main" id="{06F3F82D-054A-4335-86C5-E5A70FA7EF5B}"/>
              </a:ext>
            </a:extLst>
          </p:cNvPr>
          <p:cNvSpPr>
            <a:spLocks xmlns:a="http://schemas.openxmlformats.org/drawingml/2006/main" noGrp="1"/>
          </p:cNvSpPr>
          <p:nvPr/>
        </p:nvSpPr>
        <p:spPr>
          <a:xfrm xmlns:a="http://schemas.openxmlformats.org/drawingml/2006/main" rot="0" flipH="0" flipV="0">
            <a:off x="2871720" y="5143680"/>
            <a:ext cx="167760" cy="60840"/>
          </a:xfrm>
          <a:custGeom xmlns:a="http://schemas.openxmlformats.org/drawingml/2006/main">
            <a:rect l="0" t="0" r="r" b="b"/>
            <a:pathLst>
              <a:path w="466" h="169">
                <a:moveTo>
                  <a:pt x="372" y="62"/>
                </a:moveTo>
                <a:cubicBezTo>
                  <a:pt x="338" y="65"/>
                  <a:pt x="301" y="56"/>
                  <a:pt x="273" y="37"/>
                </a:cubicBezTo>
                <a:cubicBezTo>
                  <a:pt x="258" y="28"/>
                  <a:pt x="246" y="16"/>
                  <a:pt x="233" y="0"/>
                </a:cubicBezTo>
                <a:cubicBezTo>
                  <a:pt x="224" y="16"/>
                  <a:pt x="209" y="28"/>
                  <a:pt x="193" y="37"/>
                </a:cubicBezTo>
                <a:cubicBezTo>
                  <a:pt x="162" y="56"/>
                  <a:pt x="129" y="65"/>
                  <a:pt x="95" y="62"/>
                </a:cubicBezTo>
                <a:cubicBezTo>
                  <a:pt x="61" y="62"/>
                  <a:pt x="27" y="49"/>
                  <a:pt x="2" y="28"/>
                </a:cubicBezTo>
                <a:cubicBezTo>
                  <a:pt x="-13" y="16"/>
                  <a:pt x="67" y="169"/>
                  <a:pt x="233" y="169"/>
                </a:cubicBezTo>
                <a:cubicBezTo>
                  <a:pt x="399" y="169"/>
                  <a:pt x="479" y="16"/>
                  <a:pt x="464" y="28"/>
                </a:cubicBezTo>
                <a:cubicBezTo>
                  <a:pt x="439" y="46"/>
                  <a:pt x="406" y="59"/>
                  <a:pt x="372" y="6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5840" rIns="90000" bIns="15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 name="">
            <a:extLst xmlns:a="http://schemas.openxmlformats.org/drawingml/2006/main">
              <a:ext uri="{FF2B5EF4-FFF2-40B4-BE49-F238E27FC236}">
                <a16:creationId xmlns:a16="http://schemas.microsoft.com/office/drawing/2014/main" id="{8128C4C2-1AE0-42FC-B193-C4BCCD82CD8E}"/>
              </a:ext>
            </a:extLst>
          </p:cNvPr>
          <p:cNvSpPr>
            <a:spLocks xmlns:a="http://schemas.openxmlformats.org/drawingml/2006/main" noGrp="1"/>
          </p:cNvSpPr>
          <p:nvPr/>
        </p:nvSpPr>
        <p:spPr>
          <a:xfrm xmlns:a="http://schemas.openxmlformats.org/drawingml/2006/main" rot="0" flipH="0" flipV="0">
            <a:off x="3000240" y="4977000"/>
            <a:ext cx="98280" cy="117000"/>
          </a:xfrm>
          <a:custGeom xmlns:a="http://schemas.openxmlformats.org/drawingml/2006/main">
            <a:rect l="0" t="0" r="r" b="b"/>
            <a:pathLst>
              <a:path w="273" h="325">
                <a:moveTo>
                  <a:pt x="95" y="9"/>
                </a:moveTo>
                <a:cubicBezTo>
                  <a:pt x="187" y="-28"/>
                  <a:pt x="249" y="61"/>
                  <a:pt x="264" y="110"/>
                </a:cubicBezTo>
                <a:cubicBezTo>
                  <a:pt x="289" y="184"/>
                  <a:pt x="258" y="267"/>
                  <a:pt x="249" y="286"/>
                </a:cubicBezTo>
                <a:cubicBezTo>
                  <a:pt x="242" y="298"/>
                  <a:pt x="175" y="357"/>
                  <a:pt x="24" y="301"/>
                </a:cubicBezTo>
                <a:cubicBezTo>
                  <a:pt x="27" y="301"/>
                  <a:pt x="-13" y="218"/>
                  <a:pt x="5" y="141"/>
                </a:cubicBezTo>
                <a:cubicBezTo>
                  <a:pt x="35" y="97"/>
                  <a:pt x="15" y="40"/>
                  <a:pt x="95"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 name="">
            <a:extLst xmlns:a="http://schemas.openxmlformats.org/drawingml/2006/main">
              <a:ext uri="{FF2B5EF4-FFF2-40B4-BE49-F238E27FC236}">
                <a16:creationId xmlns:a16="http://schemas.microsoft.com/office/drawing/2014/main" id="{926FBF01-620B-4C3F-88C0-2BE50391A1D3}"/>
              </a:ext>
            </a:extLst>
          </p:cNvPr>
          <p:cNvSpPr>
            <a:spLocks xmlns:a="http://schemas.openxmlformats.org/drawingml/2006/main" noGrp="1"/>
          </p:cNvSpPr>
          <p:nvPr/>
        </p:nvSpPr>
        <p:spPr>
          <a:xfrm xmlns:a="http://schemas.openxmlformats.org/drawingml/2006/main" rot="0" flipH="0" flipV="0">
            <a:off x="3001680" y="4970520"/>
            <a:ext cx="102960" cy="126360"/>
          </a:xfrm>
          <a:custGeom xmlns:a="http://schemas.openxmlformats.org/drawingml/2006/main">
            <a:rect l="0" t="0" r="r" b="b"/>
            <a:pathLst>
              <a:path w="286" h="351">
                <a:moveTo>
                  <a:pt x="34" y="57"/>
                </a:moveTo>
                <a:cubicBezTo>
                  <a:pt x="47" y="41"/>
                  <a:pt x="59" y="29"/>
                  <a:pt x="74" y="20"/>
                </a:cubicBezTo>
                <a:cubicBezTo>
                  <a:pt x="80" y="14"/>
                  <a:pt x="90" y="10"/>
                  <a:pt x="99" y="7"/>
                </a:cubicBezTo>
                <a:cubicBezTo>
                  <a:pt x="108" y="4"/>
                  <a:pt x="117" y="1"/>
                  <a:pt x="127" y="1"/>
                </a:cubicBezTo>
                <a:cubicBezTo>
                  <a:pt x="164" y="-5"/>
                  <a:pt x="200" y="14"/>
                  <a:pt x="225" y="38"/>
                </a:cubicBezTo>
                <a:cubicBezTo>
                  <a:pt x="250" y="63"/>
                  <a:pt x="270" y="98"/>
                  <a:pt x="280" y="134"/>
                </a:cubicBezTo>
                <a:cubicBezTo>
                  <a:pt x="289" y="171"/>
                  <a:pt x="287" y="210"/>
                  <a:pt x="277" y="247"/>
                </a:cubicBezTo>
                <a:cubicBezTo>
                  <a:pt x="274" y="266"/>
                  <a:pt x="268" y="284"/>
                  <a:pt x="259" y="300"/>
                </a:cubicBezTo>
                <a:cubicBezTo>
                  <a:pt x="258" y="302"/>
                  <a:pt x="257" y="304"/>
                  <a:pt x="256" y="306"/>
                </a:cubicBezTo>
                <a:cubicBezTo>
                  <a:pt x="256" y="309"/>
                  <a:pt x="256" y="312"/>
                  <a:pt x="256" y="315"/>
                </a:cubicBezTo>
                <a:cubicBezTo>
                  <a:pt x="255" y="316"/>
                  <a:pt x="254" y="317"/>
                  <a:pt x="253" y="318"/>
                </a:cubicBezTo>
                <a:cubicBezTo>
                  <a:pt x="250" y="321"/>
                  <a:pt x="247" y="324"/>
                  <a:pt x="240" y="327"/>
                </a:cubicBezTo>
                <a:cubicBezTo>
                  <a:pt x="231" y="334"/>
                  <a:pt x="225" y="337"/>
                  <a:pt x="216" y="340"/>
                </a:cubicBezTo>
                <a:cubicBezTo>
                  <a:pt x="182" y="352"/>
                  <a:pt x="148" y="352"/>
                  <a:pt x="114" y="349"/>
                </a:cubicBezTo>
                <a:cubicBezTo>
                  <a:pt x="80" y="343"/>
                  <a:pt x="50" y="334"/>
                  <a:pt x="19" y="318"/>
                </a:cubicBezTo>
                <a:cubicBezTo>
                  <a:pt x="50" y="324"/>
                  <a:pt x="83" y="334"/>
                  <a:pt x="114" y="334"/>
                </a:cubicBezTo>
                <a:cubicBezTo>
                  <a:pt x="144" y="334"/>
                  <a:pt x="179" y="330"/>
                  <a:pt x="207" y="318"/>
                </a:cubicBezTo>
                <a:cubicBezTo>
                  <a:pt x="213" y="315"/>
                  <a:pt x="219" y="312"/>
                  <a:pt x="225" y="306"/>
                </a:cubicBezTo>
                <a:cubicBezTo>
                  <a:pt x="228" y="303"/>
                  <a:pt x="231" y="303"/>
                  <a:pt x="231" y="300"/>
                </a:cubicBezTo>
                <a:cubicBezTo>
                  <a:pt x="232" y="298"/>
                  <a:pt x="233" y="296"/>
                  <a:pt x="234" y="294"/>
                </a:cubicBezTo>
                <a:cubicBezTo>
                  <a:pt x="240" y="278"/>
                  <a:pt x="244" y="263"/>
                  <a:pt x="250" y="247"/>
                </a:cubicBezTo>
                <a:cubicBezTo>
                  <a:pt x="256" y="214"/>
                  <a:pt x="259" y="180"/>
                  <a:pt x="250" y="149"/>
                </a:cubicBezTo>
                <a:cubicBezTo>
                  <a:pt x="244" y="118"/>
                  <a:pt x="225" y="90"/>
                  <a:pt x="204" y="69"/>
                </a:cubicBezTo>
                <a:cubicBezTo>
                  <a:pt x="182" y="47"/>
                  <a:pt x="154" y="32"/>
                  <a:pt x="127" y="35"/>
                </a:cubicBezTo>
                <a:cubicBezTo>
                  <a:pt x="120" y="35"/>
                  <a:pt x="111" y="35"/>
                  <a:pt x="105" y="38"/>
                </a:cubicBezTo>
                <a:cubicBezTo>
                  <a:pt x="99" y="41"/>
                  <a:pt x="90" y="41"/>
                  <a:pt x="84" y="44"/>
                </a:cubicBezTo>
                <a:cubicBezTo>
                  <a:pt x="68" y="50"/>
                  <a:pt x="56" y="60"/>
                  <a:pt x="47" y="72"/>
                </a:cubicBezTo>
                <a:cubicBezTo>
                  <a:pt x="25" y="90"/>
                  <a:pt x="10" y="121"/>
                  <a:pt x="0" y="158"/>
                </a:cubicBezTo>
                <a:cubicBezTo>
                  <a:pt x="0" y="121"/>
                  <a:pt x="13" y="87"/>
                  <a:pt x="34" y="5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6C6831DA-FAA5-4704-B3A6-15D0A7F89A5A}"/>
              </a:ext>
            </a:extLst>
          </p:cNvPr>
          <p:cNvSpPr>
            <a:spLocks xmlns:a="http://schemas.openxmlformats.org/drawingml/2006/main" noGrp="1"/>
          </p:cNvSpPr>
          <p:nvPr/>
        </p:nvSpPr>
        <p:spPr>
          <a:xfrm xmlns:a="http://schemas.openxmlformats.org/drawingml/2006/main" rot="0" flipH="0" flipV="0">
            <a:off x="3015000" y="5004720"/>
            <a:ext cx="57600" cy="70560"/>
          </a:xfrm>
          <a:custGeom xmlns:a="http://schemas.openxmlformats.org/drawingml/2006/main">
            <a:rect l="0" t="0" r="r" b="b"/>
            <a:pathLst>
              <a:path w="160" h="196">
                <a:moveTo>
                  <a:pt x="160" y="98"/>
                </a:moveTo>
                <a:cubicBezTo>
                  <a:pt x="160" y="115"/>
                  <a:pt x="157" y="132"/>
                  <a:pt x="150" y="147"/>
                </a:cubicBezTo>
                <a:cubicBezTo>
                  <a:pt x="143" y="162"/>
                  <a:pt x="132" y="174"/>
                  <a:pt x="120" y="183"/>
                </a:cubicBezTo>
                <a:cubicBezTo>
                  <a:pt x="107" y="191"/>
                  <a:pt x="94" y="196"/>
                  <a:pt x="80" y="196"/>
                </a:cubicBezTo>
                <a:cubicBezTo>
                  <a:pt x="66" y="196"/>
                  <a:pt x="52" y="191"/>
                  <a:pt x="40" y="183"/>
                </a:cubicBezTo>
                <a:cubicBezTo>
                  <a:pt x="27" y="174"/>
                  <a:pt x="18" y="162"/>
                  <a:pt x="11" y="147"/>
                </a:cubicBezTo>
                <a:cubicBezTo>
                  <a:pt x="4" y="132"/>
                  <a:pt x="0" y="115"/>
                  <a:pt x="0" y="98"/>
                </a:cubicBezTo>
                <a:cubicBezTo>
                  <a:pt x="0" y="81"/>
                  <a:pt x="4" y="64"/>
                  <a:pt x="11" y="49"/>
                </a:cubicBezTo>
                <a:cubicBezTo>
                  <a:pt x="18" y="34"/>
                  <a:pt x="27" y="21"/>
                  <a:pt x="40" y="13"/>
                </a:cubicBezTo>
                <a:cubicBezTo>
                  <a:pt x="52" y="4"/>
                  <a:pt x="66" y="0"/>
                  <a:pt x="80" y="0"/>
                </a:cubicBezTo>
                <a:cubicBezTo>
                  <a:pt x="94" y="0"/>
                  <a:pt x="107" y="4"/>
                  <a:pt x="120" y="13"/>
                </a:cubicBezTo>
                <a:cubicBezTo>
                  <a:pt x="132" y="21"/>
                  <a:pt x="143" y="34"/>
                  <a:pt x="150" y="49"/>
                </a:cubicBezTo>
                <a:cubicBezTo>
                  <a:pt x="157" y="64"/>
                  <a:pt x="160" y="81"/>
                  <a:pt x="160" y="9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560" rIns="90000" bIns="255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8E8AFB5B-CEEB-4265-B11D-B4930909CCDF}"/>
              </a:ext>
            </a:extLst>
          </p:cNvPr>
          <p:cNvSpPr>
            <a:spLocks xmlns:a="http://schemas.openxmlformats.org/drawingml/2006/main" noGrp="1"/>
          </p:cNvSpPr>
          <p:nvPr/>
        </p:nvSpPr>
        <p:spPr>
          <a:xfrm xmlns:a="http://schemas.openxmlformats.org/drawingml/2006/main" rot="0" flipH="0" flipV="0">
            <a:off x="2812680" y="4977000"/>
            <a:ext cx="97200" cy="117000"/>
          </a:xfrm>
          <a:custGeom xmlns:a="http://schemas.openxmlformats.org/drawingml/2006/main">
            <a:rect l="0" t="0" r="r" b="b"/>
            <a:pathLst>
              <a:path w="270" h="325">
                <a:moveTo>
                  <a:pt x="178" y="9"/>
                </a:moveTo>
                <a:cubicBezTo>
                  <a:pt x="86" y="-28"/>
                  <a:pt x="25" y="61"/>
                  <a:pt x="10" y="110"/>
                </a:cubicBezTo>
                <a:cubicBezTo>
                  <a:pt x="-15" y="184"/>
                  <a:pt x="15" y="267"/>
                  <a:pt x="25" y="286"/>
                </a:cubicBezTo>
                <a:cubicBezTo>
                  <a:pt x="30" y="298"/>
                  <a:pt x="99" y="357"/>
                  <a:pt x="249" y="301"/>
                </a:cubicBezTo>
                <a:cubicBezTo>
                  <a:pt x="245" y="301"/>
                  <a:pt x="282" y="218"/>
                  <a:pt x="267" y="141"/>
                </a:cubicBezTo>
                <a:cubicBezTo>
                  <a:pt x="238" y="97"/>
                  <a:pt x="258" y="40"/>
                  <a:pt x="178"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 name="">
            <a:extLst xmlns:a="http://schemas.openxmlformats.org/drawingml/2006/main">
              <a:ext uri="{FF2B5EF4-FFF2-40B4-BE49-F238E27FC236}">
                <a16:creationId xmlns:a16="http://schemas.microsoft.com/office/drawing/2014/main" id="{79C0E792-854C-4A3E-86A7-9EC2CB8D3B7E}"/>
              </a:ext>
            </a:extLst>
          </p:cNvPr>
          <p:cNvSpPr>
            <a:spLocks xmlns:a="http://schemas.openxmlformats.org/drawingml/2006/main" noGrp="1"/>
          </p:cNvSpPr>
          <p:nvPr/>
        </p:nvSpPr>
        <p:spPr>
          <a:xfrm xmlns:a="http://schemas.openxmlformats.org/drawingml/2006/main" rot="0" flipH="0" flipV="0">
            <a:off x="2805840" y="4971600"/>
            <a:ext cx="103320" cy="124560"/>
          </a:xfrm>
          <a:custGeom xmlns:a="http://schemas.openxmlformats.org/drawingml/2006/main">
            <a:rect l="0" t="0" r="r" b="b"/>
            <a:pathLst>
              <a:path w="287" h="346">
                <a:moveTo>
                  <a:pt x="241" y="66"/>
                </a:moveTo>
                <a:cubicBezTo>
                  <a:pt x="229" y="54"/>
                  <a:pt x="216" y="44"/>
                  <a:pt x="204" y="38"/>
                </a:cubicBezTo>
                <a:cubicBezTo>
                  <a:pt x="198" y="35"/>
                  <a:pt x="189" y="32"/>
                  <a:pt x="182" y="32"/>
                </a:cubicBezTo>
                <a:cubicBezTo>
                  <a:pt x="176" y="29"/>
                  <a:pt x="167" y="29"/>
                  <a:pt x="161" y="29"/>
                </a:cubicBezTo>
                <a:cubicBezTo>
                  <a:pt x="133" y="29"/>
                  <a:pt x="102" y="41"/>
                  <a:pt x="84" y="63"/>
                </a:cubicBezTo>
                <a:cubicBezTo>
                  <a:pt x="62" y="84"/>
                  <a:pt x="44" y="115"/>
                  <a:pt x="38" y="143"/>
                </a:cubicBezTo>
                <a:cubicBezTo>
                  <a:pt x="32" y="174"/>
                  <a:pt x="32" y="207"/>
                  <a:pt x="38" y="241"/>
                </a:cubicBezTo>
                <a:cubicBezTo>
                  <a:pt x="41" y="257"/>
                  <a:pt x="47" y="275"/>
                  <a:pt x="53" y="287"/>
                </a:cubicBezTo>
                <a:cubicBezTo>
                  <a:pt x="54" y="289"/>
                  <a:pt x="55" y="292"/>
                  <a:pt x="56" y="294"/>
                </a:cubicBezTo>
                <a:cubicBezTo>
                  <a:pt x="59" y="297"/>
                  <a:pt x="62" y="297"/>
                  <a:pt x="62" y="300"/>
                </a:cubicBezTo>
                <a:cubicBezTo>
                  <a:pt x="69" y="303"/>
                  <a:pt x="75" y="309"/>
                  <a:pt x="81" y="312"/>
                </a:cubicBezTo>
                <a:cubicBezTo>
                  <a:pt x="109" y="324"/>
                  <a:pt x="139" y="331"/>
                  <a:pt x="173" y="327"/>
                </a:cubicBezTo>
                <a:cubicBezTo>
                  <a:pt x="204" y="327"/>
                  <a:pt x="238" y="321"/>
                  <a:pt x="269" y="312"/>
                </a:cubicBezTo>
                <a:cubicBezTo>
                  <a:pt x="238" y="327"/>
                  <a:pt x="207" y="337"/>
                  <a:pt x="173" y="343"/>
                </a:cubicBezTo>
                <a:cubicBezTo>
                  <a:pt x="139" y="349"/>
                  <a:pt x="105" y="346"/>
                  <a:pt x="72" y="334"/>
                </a:cubicBezTo>
                <a:cubicBezTo>
                  <a:pt x="62" y="331"/>
                  <a:pt x="56" y="327"/>
                  <a:pt x="47" y="321"/>
                </a:cubicBezTo>
                <a:cubicBezTo>
                  <a:pt x="44" y="318"/>
                  <a:pt x="38" y="315"/>
                  <a:pt x="35" y="312"/>
                </a:cubicBezTo>
                <a:cubicBezTo>
                  <a:pt x="34" y="311"/>
                  <a:pt x="33" y="310"/>
                  <a:pt x="32" y="309"/>
                </a:cubicBezTo>
                <a:cubicBezTo>
                  <a:pt x="31" y="308"/>
                  <a:pt x="30" y="307"/>
                  <a:pt x="29" y="306"/>
                </a:cubicBezTo>
                <a:cubicBezTo>
                  <a:pt x="29" y="305"/>
                  <a:pt x="29" y="304"/>
                  <a:pt x="29" y="303"/>
                </a:cubicBezTo>
                <a:cubicBezTo>
                  <a:pt x="28" y="302"/>
                  <a:pt x="27" y="301"/>
                  <a:pt x="25" y="300"/>
                </a:cubicBezTo>
                <a:cubicBezTo>
                  <a:pt x="19" y="281"/>
                  <a:pt x="13" y="266"/>
                  <a:pt x="7" y="247"/>
                </a:cubicBezTo>
                <a:cubicBezTo>
                  <a:pt x="-2" y="211"/>
                  <a:pt x="-2" y="174"/>
                  <a:pt x="4" y="134"/>
                </a:cubicBezTo>
                <a:cubicBezTo>
                  <a:pt x="13" y="97"/>
                  <a:pt x="35" y="63"/>
                  <a:pt x="59" y="38"/>
                </a:cubicBezTo>
                <a:cubicBezTo>
                  <a:pt x="87" y="14"/>
                  <a:pt x="121" y="-5"/>
                  <a:pt x="158" y="1"/>
                </a:cubicBezTo>
                <a:cubicBezTo>
                  <a:pt x="167" y="1"/>
                  <a:pt x="176" y="4"/>
                  <a:pt x="185" y="7"/>
                </a:cubicBezTo>
                <a:cubicBezTo>
                  <a:pt x="195" y="11"/>
                  <a:pt x="201" y="14"/>
                  <a:pt x="210" y="20"/>
                </a:cubicBezTo>
                <a:cubicBezTo>
                  <a:pt x="225" y="29"/>
                  <a:pt x="238" y="41"/>
                  <a:pt x="250" y="57"/>
                </a:cubicBezTo>
                <a:cubicBezTo>
                  <a:pt x="272" y="81"/>
                  <a:pt x="284" y="118"/>
                  <a:pt x="287" y="155"/>
                </a:cubicBezTo>
                <a:cubicBezTo>
                  <a:pt x="278" y="121"/>
                  <a:pt x="265" y="87"/>
                  <a:pt x="241" y="6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 name="">
            <a:extLst xmlns:a="http://schemas.openxmlformats.org/drawingml/2006/main">
              <a:ext uri="{FF2B5EF4-FFF2-40B4-BE49-F238E27FC236}">
                <a16:creationId xmlns:a16="http://schemas.microsoft.com/office/drawing/2014/main" id="{6EC2D4EA-6286-4DEE-8631-4257CB3130CA}"/>
              </a:ext>
            </a:extLst>
          </p:cNvPr>
          <p:cNvSpPr>
            <a:spLocks xmlns:a="http://schemas.openxmlformats.org/drawingml/2006/main" noGrp="1"/>
          </p:cNvSpPr>
          <p:nvPr/>
        </p:nvSpPr>
        <p:spPr>
          <a:xfrm xmlns:a="http://schemas.openxmlformats.org/drawingml/2006/main" rot="0" flipH="0" flipV="0">
            <a:off x="2837160" y="5004720"/>
            <a:ext cx="57600" cy="70560"/>
          </a:xfrm>
          <a:custGeom xmlns:a="http://schemas.openxmlformats.org/drawingml/2006/main">
            <a:rect l="0" t="0" r="r" b="b"/>
            <a:pathLst>
              <a:path w="160" h="196">
                <a:moveTo>
                  <a:pt x="160" y="98"/>
                </a:moveTo>
                <a:cubicBezTo>
                  <a:pt x="160" y="115"/>
                  <a:pt x="156" y="132"/>
                  <a:pt x="149" y="147"/>
                </a:cubicBezTo>
                <a:cubicBezTo>
                  <a:pt x="142" y="162"/>
                  <a:pt x="132" y="174"/>
                  <a:pt x="120" y="183"/>
                </a:cubicBezTo>
                <a:cubicBezTo>
                  <a:pt x="108" y="191"/>
                  <a:pt x="94" y="196"/>
                  <a:pt x="80" y="196"/>
                </a:cubicBezTo>
                <a:cubicBezTo>
                  <a:pt x="66" y="196"/>
                  <a:pt x="52" y="191"/>
                  <a:pt x="40" y="183"/>
                </a:cubicBezTo>
                <a:cubicBezTo>
                  <a:pt x="28" y="174"/>
                  <a:pt x="18" y="162"/>
                  <a:pt x="11" y="147"/>
                </a:cubicBezTo>
                <a:cubicBezTo>
                  <a:pt x="4" y="132"/>
                  <a:pt x="0" y="115"/>
                  <a:pt x="0" y="98"/>
                </a:cubicBezTo>
                <a:cubicBezTo>
                  <a:pt x="0" y="81"/>
                  <a:pt x="4" y="64"/>
                  <a:pt x="11" y="49"/>
                </a:cubicBezTo>
                <a:cubicBezTo>
                  <a:pt x="18" y="34"/>
                  <a:pt x="28" y="21"/>
                  <a:pt x="40" y="13"/>
                </a:cubicBezTo>
                <a:cubicBezTo>
                  <a:pt x="52" y="4"/>
                  <a:pt x="66" y="0"/>
                  <a:pt x="80" y="0"/>
                </a:cubicBezTo>
                <a:cubicBezTo>
                  <a:pt x="94" y="0"/>
                  <a:pt x="108" y="4"/>
                  <a:pt x="120" y="13"/>
                </a:cubicBezTo>
                <a:cubicBezTo>
                  <a:pt x="132" y="21"/>
                  <a:pt x="142" y="34"/>
                  <a:pt x="149" y="49"/>
                </a:cubicBezTo>
                <a:cubicBezTo>
                  <a:pt x="156" y="64"/>
                  <a:pt x="160" y="81"/>
                  <a:pt x="160" y="9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560" rIns="90000" bIns="255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 name="">
            <a:extLst xmlns:a="http://schemas.openxmlformats.org/drawingml/2006/main">
              <a:ext uri="{FF2B5EF4-FFF2-40B4-BE49-F238E27FC236}">
                <a16:creationId xmlns:a16="http://schemas.microsoft.com/office/drawing/2014/main" id="{8F82A2B1-440E-4889-9113-2BA73424B12B}"/>
              </a:ext>
            </a:extLst>
          </p:cNvPr>
          <p:cNvSpPr>
            <a:spLocks xmlns:a="http://schemas.openxmlformats.org/drawingml/2006/main" noGrp="1"/>
          </p:cNvSpPr>
          <p:nvPr/>
        </p:nvSpPr>
        <p:spPr>
          <a:xfrm xmlns:a="http://schemas.openxmlformats.org/drawingml/2006/main" rot="0" flipH="0" flipV="0">
            <a:off x="2925720" y="5129280"/>
            <a:ext cx="58680" cy="48960"/>
          </a:xfrm>
          <a:custGeom xmlns:a="http://schemas.openxmlformats.org/drawingml/2006/main">
            <a:rect l="0" t="0" r="r" b="b"/>
            <a:pathLst>
              <a:path w="163" h="136">
                <a:moveTo>
                  <a:pt x="0" y="0"/>
                </a:moveTo>
                <a:cubicBezTo>
                  <a:pt x="54" y="0"/>
                  <a:pt x="109" y="0"/>
                  <a:pt x="163" y="0"/>
                </a:cubicBezTo>
                <a:cubicBezTo>
                  <a:pt x="163" y="45"/>
                  <a:pt x="163" y="91"/>
                  <a:pt x="163" y="136"/>
                </a:cubicBezTo>
                <a:cubicBezTo>
                  <a:pt x="109" y="136"/>
                  <a:pt x="54" y="136"/>
                  <a:pt x="0" y="136"/>
                </a:cubicBezTo>
                <a:cubicBezTo>
                  <a:pt x="0" y="91"/>
                  <a:pt x="0" y="45"/>
                  <a:pt x="0"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960" rIns="90000" bIns="39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 name="">
            <a:extLst xmlns:a="http://schemas.openxmlformats.org/drawingml/2006/main">
              <a:ext uri="{FF2B5EF4-FFF2-40B4-BE49-F238E27FC236}">
                <a16:creationId xmlns:a16="http://schemas.microsoft.com/office/drawing/2014/main" id="{8F4918EC-D768-4C71-A379-57298F57EC66}"/>
              </a:ext>
            </a:extLst>
          </p:cNvPr>
          <p:cNvSpPr>
            <a:spLocks xmlns:a="http://schemas.openxmlformats.org/drawingml/2006/main" noGrp="1"/>
          </p:cNvSpPr>
          <p:nvPr/>
        </p:nvSpPr>
        <p:spPr>
          <a:xfrm xmlns:a="http://schemas.openxmlformats.org/drawingml/2006/main" rot="0" flipH="0" flipV="0">
            <a:off x="2843640" y="5088240"/>
            <a:ext cx="221760" cy="79200"/>
          </a:xfrm>
          <a:custGeom xmlns:a="http://schemas.openxmlformats.org/drawingml/2006/main">
            <a:rect l="0" t="0" r="r" b="b"/>
            <a:pathLst>
              <a:path w="616" h="220">
                <a:moveTo>
                  <a:pt x="465" y="188"/>
                </a:moveTo>
                <a:cubicBezTo>
                  <a:pt x="434" y="185"/>
                  <a:pt x="404" y="178"/>
                  <a:pt x="379" y="163"/>
                </a:cubicBezTo>
                <a:cubicBezTo>
                  <a:pt x="354" y="147"/>
                  <a:pt x="336" y="127"/>
                  <a:pt x="333" y="105"/>
                </a:cubicBezTo>
                <a:cubicBezTo>
                  <a:pt x="326" y="70"/>
                  <a:pt x="318" y="35"/>
                  <a:pt x="311" y="0"/>
                </a:cubicBezTo>
                <a:cubicBezTo>
                  <a:pt x="304" y="35"/>
                  <a:pt x="297" y="70"/>
                  <a:pt x="290" y="105"/>
                </a:cubicBezTo>
                <a:cubicBezTo>
                  <a:pt x="284" y="130"/>
                  <a:pt x="268" y="147"/>
                  <a:pt x="244" y="163"/>
                </a:cubicBezTo>
                <a:cubicBezTo>
                  <a:pt x="219" y="178"/>
                  <a:pt x="188" y="188"/>
                  <a:pt x="157" y="188"/>
                </a:cubicBezTo>
                <a:cubicBezTo>
                  <a:pt x="124" y="188"/>
                  <a:pt x="93" y="185"/>
                  <a:pt x="65" y="170"/>
                </a:cubicBezTo>
                <a:cubicBezTo>
                  <a:pt x="37" y="157"/>
                  <a:pt x="13" y="136"/>
                  <a:pt x="0" y="108"/>
                </a:cubicBezTo>
                <a:cubicBezTo>
                  <a:pt x="4" y="139"/>
                  <a:pt x="22" y="167"/>
                  <a:pt x="50" y="185"/>
                </a:cubicBezTo>
                <a:cubicBezTo>
                  <a:pt x="77" y="203"/>
                  <a:pt x="117" y="216"/>
                  <a:pt x="154" y="219"/>
                </a:cubicBezTo>
                <a:cubicBezTo>
                  <a:pt x="194" y="222"/>
                  <a:pt x="231" y="213"/>
                  <a:pt x="265" y="194"/>
                </a:cubicBezTo>
                <a:cubicBezTo>
                  <a:pt x="284" y="185"/>
                  <a:pt x="296" y="173"/>
                  <a:pt x="308" y="157"/>
                </a:cubicBezTo>
                <a:cubicBezTo>
                  <a:pt x="320" y="173"/>
                  <a:pt x="336" y="185"/>
                  <a:pt x="351" y="194"/>
                </a:cubicBezTo>
                <a:cubicBezTo>
                  <a:pt x="385" y="213"/>
                  <a:pt x="425" y="222"/>
                  <a:pt x="462" y="219"/>
                </a:cubicBezTo>
                <a:cubicBezTo>
                  <a:pt x="499" y="219"/>
                  <a:pt x="539" y="207"/>
                  <a:pt x="567" y="185"/>
                </a:cubicBezTo>
                <a:cubicBezTo>
                  <a:pt x="594" y="167"/>
                  <a:pt x="616" y="136"/>
                  <a:pt x="616" y="108"/>
                </a:cubicBezTo>
                <a:cubicBezTo>
                  <a:pt x="610" y="133"/>
                  <a:pt x="585" y="154"/>
                  <a:pt x="557" y="170"/>
                </a:cubicBezTo>
                <a:cubicBezTo>
                  <a:pt x="530" y="182"/>
                  <a:pt x="496" y="188"/>
                  <a:pt x="465" y="18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4200" rIns="90000" bIns="342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 name="">
            <a:extLst xmlns:a="http://schemas.openxmlformats.org/drawingml/2006/main">
              <a:ext uri="{FF2B5EF4-FFF2-40B4-BE49-F238E27FC236}">
                <a16:creationId xmlns:a16="http://schemas.microsoft.com/office/drawing/2014/main" id="{18B00843-05EE-4C7C-A1A3-EDAA045F8D6A}"/>
              </a:ext>
            </a:extLst>
          </p:cNvPr>
          <p:cNvSpPr>
            <a:spLocks xmlns:a="http://schemas.openxmlformats.org/drawingml/2006/main" noGrp="1"/>
          </p:cNvSpPr>
          <p:nvPr/>
        </p:nvSpPr>
        <p:spPr>
          <a:xfrm xmlns:a="http://schemas.openxmlformats.org/drawingml/2006/main" rot="0" flipH="0" flipV="0">
            <a:off x="2912040" y="5073840"/>
            <a:ext cx="84600" cy="39960"/>
          </a:xfrm>
          <a:custGeom xmlns:a="http://schemas.openxmlformats.org/drawingml/2006/main">
            <a:rect l="0" t="0" r="r" b="b"/>
            <a:pathLst>
              <a:path w="235" h="111">
                <a:moveTo>
                  <a:pt x="117" y="0"/>
                </a:moveTo>
                <a:cubicBezTo>
                  <a:pt x="96" y="0"/>
                  <a:pt x="31" y="0"/>
                  <a:pt x="6" y="19"/>
                </a:cubicBezTo>
                <a:cubicBezTo>
                  <a:pt x="-9" y="31"/>
                  <a:pt x="3" y="62"/>
                  <a:pt x="43" y="90"/>
                </a:cubicBezTo>
                <a:cubicBezTo>
                  <a:pt x="71" y="108"/>
                  <a:pt x="96" y="111"/>
                  <a:pt x="114" y="111"/>
                </a:cubicBezTo>
                <a:cubicBezTo>
                  <a:pt x="136" y="111"/>
                  <a:pt x="160" y="105"/>
                  <a:pt x="185" y="90"/>
                </a:cubicBezTo>
                <a:cubicBezTo>
                  <a:pt x="234" y="62"/>
                  <a:pt x="243" y="31"/>
                  <a:pt x="228" y="19"/>
                </a:cubicBezTo>
                <a:cubicBezTo>
                  <a:pt x="206" y="0"/>
                  <a:pt x="139" y="0"/>
                  <a:pt x="117"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5040" rIns="90000" bIns="-50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3" name="">
            <a:extLst xmlns:a="http://schemas.openxmlformats.org/drawingml/2006/main">
              <a:ext uri="{FF2B5EF4-FFF2-40B4-BE49-F238E27FC236}">
                <a16:creationId xmlns:a16="http://schemas.microsoft.com/office/drawing/2014/main" id="{186CF535-F52B-46D9-AD6E-D2A09FF6D514}"/>
              </a:ext>
            </a:extLst>
          </p:cNvPr>
          <p:cNvSpPr>
            <a:spLocks xmlns:a="http://schemas.openxmlformats.org/drawingml/2006/main" noGrp="1"/>
          </p:cNvSpPr>
          <p:nvPr/>
        </p:nvSpPr>
        <p:spPr>
          <a:xfrm xmlns:a="http://schemas.openxmlformats.org/drawingml/2006/main" rot="0" flipH="0" flipV="0">
            <a:off x="1313280" y="5046480"/>
            <a:ext cx="44280" cy="48600"/>
          </a:xfrm>
          <a:custGeom xmlns:a="http://schemas.openxmlformats.org/drawingml/2006/main">
            <a:rect l="0" t="0" r="r" b="b"/>
            <a:pathLst>
              <a:path w="123" h="135">
                <a:moveTo>
                  <a:pt x="0" y="67"/>
                </a:moveTo>
                <a:cubicBezTo>
                  <a:pt x="0" y="79"/>
                  <a:pt x="3" y="90"/>
                  <a:pt x="8" y="101"/>
                </a:cubicBezTo>
                <a:cubicBezTo>
                  <a:pt x="13" y="111"/>
                  <a:pt x="20" y="120"/>
                  <a:pt x="30" y="126"/>
                </a:cubicBezTo>
                <a:cubicBezTo>
                  <a:pt x="39" y="132"/>
                  <a:pt x="50" y="135"/>
                  <a:pt x="61" y="135"/>
                </a:cubicBezTo>
                <a:cubicBezTo>
                  <a:pt x="72" y="135"/>
                  <a:pt x="83" y="132"/>
                  <a:pt x="92" y="126"/>
                </a:cubicBezTo>
                <a:cubicBezTo>
                  <a:pt x="101" y="120"/>
                  <a:pt x="109" y="111"/>
                  <a:pt x="115" y="101"/>
                </a:cubicBezTo>
                <a:cubicBezTo>
                  <a:pt x="120" y="90"/>
                  <a:pt x="123" y="79"/>
                  <a:pt x="123" y="67"/>
                </a:cubicBezTo>
                <a:cubicBezTo>
                  <a:pt x="123" y="56"/>
                  <a:pt x="120" y="44"/>
                  <a:pt x="115" y="34"/>
                </a:cubicBezTo>
                <a:cubicBezTo>
                  <a:pt x="109" y="23"/>
                  <a:pt x="101" y="15"/>
                  <a:pt x="92" y="9"/>
                </a:cubicBezTo>
                <a:cubicBezTo>
                  <a:pt x="83" y="3"/>
                  <a:pt x="72" y="0"/>
                  <a:pt x="61" y="0"/>
                </a:cubicBezTo>
                <a:cubicBezTo>
                  <a:pt x="50" y="0"/>
                  <a:pt x="39" y="3"/>
                  <a:pt x="30" y="9"/>
                </a:cubicBezTo>
                <a:cubicBezTo>
                  <a:pt x="20" y="15"/>
                  <a:pt x="13" y="23"/>
                  <a:pt x="8" y="34"/>
                </a:cubicBezTo>
                <a:cubicBezTo>
                  <a:pt x="3" y="44"/>
                  <a:pt x="0" y="56"/>
                  <a:pt x="0" y="6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600" rIns="90000" bIns="36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4" name="">
            <a:extLst xmlns:a="http://schemas.openxmlformats.org/drawingml/2006/main">
              <a:ext uri="{FF2B5EF4-FFF2-40B4-BE49-F238E27FC236}">
                <a16:creationId xmlns:a16="http://schemas.microsoft.com/office/drawing/2014/main" id="{2571DD50-4575-4AD4-A1D1-978AD2C2A157}"/>
              </a:ext>
            </a:extLst>
          </p:cNvPr>
          <p:cNvSpPr>
            <a:spLocks xmlns:a="http://schemas.openxmlformats.org/drawingml/2006/main" noGrp="1"/>
          </p:cNvSpPr>
          <p:nvPr/>
        </p:nvSpPr>
        <p:spPr>
          <a:xfrm xmlns:a="http://schemas.openxmlformats.org/drawingml/2006/main" rot="0" flipH="0" flipV="0">
            <a:off x="1329120" y="5040720"/>
            <a:ext cx="76680" cy="96840"/>
          </a:xfrm>
          <a:custGeom xmlns:a="http://schemas.openxmlformats.org/drawingml/2006/main">
            <a:rect l="0" t="0" r="r" b="b"/>
            <a:pathLst>
              <a:path w="213" h="269">
                <a:moveTo>
                  <a:pt x="13" y="227"/>
                </a:moveTo>
                <a:cubicBezTo>
                  <a:pt x="-34" y="53"/>
                  <a:pt x="64" y="76"/>
                  <a:pt x="89" y="0"/>
                </a:cubicBezTo>
                <a:cubicBezTo>
                  <a:pt x="126" y="18"/>
                  <a:pt x="162" y="36"/>
                  <a:pt x="198" y="54"/>
                </a:cubicBezTo>
                <a:cubicBezTo>
                  <a:pt x="198" y="53"/>
                  <a:pt x="232" y="220"/>
                  <a:pt x="199" y="257"/>
                </a:cubicBezTo>
                <a:cubicBezTo>
                  <a:pt x="175" y="285"/>
                  <a:pt x="22" y="262"/>
                  <a:pt x="13" y="2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5" name="">
            <a:extLst xmlns:a="http://schemas.openxmlformats.org/drawingml/2006/main">
              <a:ext uri="{FF2B5EF4-FFF2-40B4-BE49-F238E27FC236}">
                <a16:creationId xmlns:a16="http://schemas.microsoft.com/office/drawing/2014/main" id="{4146776E-C38E-490B-A96D-8A14618E41EC}"/>
              </a:ext>
            </a:extLst>
          </p:cNvPr>
          <p:cNvSpPr>
            <a:spLocks xmlns:a="http://schemas.openxmlformats.org/drawingml/2006/main" noGrp="1"/>
          </p:cNvSpPr>
          <p:nvPr/>
        </p:nvSpPr>
        <p:spPr>
          <a:xfrm xmlns:a="http://schemas.openxmlformats.org/drawingml/2006/main" rot="0" flipH="0" flipV="0">
            <a:off x="1355400" y="5095080"/>
            <a:ext cx="45360" cy="23400"/>
          </a:xfrm>
          <a:custGeom xmlns:a="http://schemas.openxmlformats.org/drawingml/2006/main">
            <a:rect l="0" t="0" r="r" b="b"/>
            <a:pathLst>
              <a:path w="126" h="65">
                <a:moveTo>
                  <a:pt x="109" y="31"/>
                </a:moveTo>
                <a:cubicBezTo>
                  <a:pt x="100" y="22"/>
                  <a:pt x="89" y="13"/>
                  <a:pt x="77" y="9"/>
                </a:cubicBezTo>
                <a:cubicBezTo>
                  <a:pt x="52" y="-2"/>
                  <a:pt x="24" y="-2"/>
                  <a:pt x="0" y="7"/>
                </a:cubicBezTo>
                <a:cubicBezTo>
                  <a:pt x="26" y="7"/>
                  <a:pt x="49" y="9"/>
                  <a:pt x="72" y="19"/>
                </a:cubicBezTo>
                <a:cubicBezTo>
                  <a:pt x="83" y="23"/>
                  <a:pt x="93" y="29"/>
                  <a:pt x="103" y="37"/>
                </a:cubicBezTo>
                <a:cubicBezTo>
                  <a:pt x="110" y="45"/>
                  <a:pt x="120" y="54"/>
                  <a:pt x="126" y="65"/>
                </a:cubicBezTo>
                <a:cubicBezTo>
                  <a:pt x="124" y="52"/>
                  <a:pt x="118" y="40"/>
                  <a:pt x="109" y="3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1600" rIns="90000" bIns="-216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6" name="">
            <a:extLst xmlns:a="http://schemas.openxmlformats.org/drawingml/2006/main">
              <a:ext uri="{FF2B5EF4-FFF2-40B4-BE49-F238E27FC236}">
                <a16:creationId xmlns:a16="http://schemas.microsoft.com/office/drawing/2014/main" id="{540A792B-CE43-4297-93CB-EFCE5FB62924}"/>
              </a:ext>
            </a:extLst>
          </p:cNvPr>
          <p:cNvSpPr>
            <a:spLocks xmlns:a="http://schemas.openxmlformats.org/drawingml/2006/main" noGrp="1"/>
          </p:cNvSpPr>
          <p:nvPr/>
        </p:nvSpPr>
        <p:spPr>
          <a:xfrm xmlns:a="http://schemas.openxmlformats.org/drawingml/2006/main" rot="0" flipH="0" flipV="0">
            <a:off x="1391400" y="5033160"/>
            <a:ext cx="65160" cy="118080"/>
          </a:xfrm>
          <a:custGeom xmlns:a="http://schemas.openxmlformats.org/drawingml/2006/main">
            <a:rect l="0" t="0" r="r" b="b"/>
            <a:pathLst>
              <a:path w="181" h="328">
                <a:moveTo>
                  <a:pt x="37" y="308"/>
                </a:moveTo>
                <a:cubicBezTo>
                  <a:pt x="0" y="269"/>
                  <a:pt x="1" y="98"/>
                  <a:pt x="0" y="14"/>
                </a:cubicBezTo>
                <a:cubicBezTo>
                  <a:pt x="52" y="9"/>
                  <a:pt x="105" y="5"/>
                  <a:pt x="157" y="0"/>
                </a:cubicBezTo>
                <a:cubicBezTo>
                  <a:pt x="158" y="0"/>
                  <a:pt x="201" y="271"/>
                  <a:pt x="170" y="308"/>
                </a:cubicBezTo>
                <a:cubicBezTo>
                  <a:pt x="147" y="335"/>
                  <a:pt x="63" y="334"/>
                  <a:pt x="37" y="30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7" name="">
            <a:extLst xmlns:a="http://schemas.openxmlformats.org/drawingml/2006/main">
              <a:ext uri="{FF2B5EF4-FFF2-40B4-BE49-F238E27FC236}">
                <a16:creationId xmlns:a16="http://schemas.microsoft.com/office/drawing/2014/main" id="{B3AE3549-85C9-4F87-8301-85B046DDC49D}"/>
              </a:ext>
            </a:extLst>
          </p:cNvPr>
          <p:cNvSpPr>
            <a:spLocks xmlns:a="http://schemas.openxmlformats.org/drawingml/2006/main" noGrp="1"/>
          </p:cNvSpPr>
          <p:nvPr/>
        </p:nvSpPr>
        <p:spPr>
          <a:xfrm xmlns:a="http://schemas.openxmlformats.org/drawingml/2006/main" rot="0" flipH="0" flipV="0">
            <a:off x="1448280" y="5033160"/>
            <a:ext cx="65520" cy="118080"/>
          </a:xfrm>
          <a:custGeom xmlns:a="http://schemas.openxmlformats.org/drawingml/2006/main">
            <a:rect l="0" t="0" r="r" b="b"/>
            <a:pathLst>
              <a:path w="182" h="328">
                <a:moveTo>
                  <a:pt x="145" y="308"/>
                </a:moveTo>
                <a:cubicBezTo>
                  <a:pt x="182" y="269"/>
                  <a:pt x="181" y="98"/>
                  <a:pt x="182" y="14"/>
                </a:cubicBezTo>
                <a:cubicBezTo>
                  <a:pt x="130" y="9"/>
                  <a:pt x="78" y="5"/>
                  <a:pt x="25" y="0"/>
                </a:cubicBezTo>
                <a:cubicBezTo>
                  <a:pt x="21" y="103"/>
                  <a:pt x="-19" y="271"/>
                  <a:pt x="11" y="308"/>
                </a:cubicBezTo>
                <a:cubicBezTo>
                  <a:pt x="34" y="335"/>
                  <a:pt x="119" y="334"/>
                  <a:pt x="145" y="30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8" name="">
            <a:extLst xmlns:a="http://schemas.openxmlformats.org/drawingml/2006/main">
              <a:ext uri="{FF2B5EF4-FFF2-40B4-BE49-F238E27FC236}">
                <a16:creationId xmlns:a16="http://schemas.microsoft.com/office/drawing/2014/main" id="{E69EF9D6-40FE-4F65-BA5C-0A297AF02263}"/>
              </a:ext>
            </a:extLst>
          </p:cNvPr>
          <p:cNvSpPr>
            <a:spLocks xmlns:a="http://schemas.openxmlformats.org/drawingml/2006/main" noGrp="1"/>
          </p:cNvSpPr>
          <p:nvPr/>
        </p:nvSpPr>
        <p:spPr>
          <a:xfrm xmlns:a="http://schemas.openxmlformats.org/drawingml/2006/main" rot="0" flipH="0" flipV="0">
            <a:off x="1450080" y="5096160"/>
            <a:ext cx="4680" cy="47880"/>
          </a:xfrm>
          <a:custGeom xmlns:a="http://schemas.openxmlformats.org/drawingml/2006/main">
            <a:rect l="0" t="0" r="r" b="b"/>
            <a:pathLst>
              <a:path w="13" h="133">
                <a:moveTo>
                  <a:pt x="13" y="66"/>
                </a:moveTo>
                <a:cubicBezTo>
                  <a:pt x="13" y="44"/>
                  <a:pt x="11" y="22"/>
                  <a:pt x="6" y="0"/>
                </a:cubicBezTo>
                <a:cubicBezTo>
                  <a:pt x="2" y="22"/>
                  <a:pt x="0" y="45"/>
                  <a:pt x="0" y="66"/>
                </a:cubicBezTo>
                <a:cubicBezTo>
                  <a:pt x="2" y="89"/>
                  <a:pt x="2" y="111"/>
                  <a:pt x="6" y="133"/>
                </a:cubicBezTo>
                <a:cubicBezTo>
                  <a:pt x="11" y="111"/>
                  <a:pt x="13" y="87"/>
                  <a:pt x="13" y="6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880" rIns="90000" bIns="28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9" name="">
            <a:extLst xmlns:a="http://schemas.openxmlformats.org/drawingml/2006/main">
              <a:ext uri="{FF2B5EF4-FFF2-40B4-BE49-F238E27FC236}">
                <a16:creationId xmlns:a16="http://schemas.microsoft.com/office/drawing/2014/main" id="{3C1ADBEB-6C79-4043-B05A-504B7C6E89C9}"/>
              </a:ext>
            </a:extLst>
          </p:cNvPr>
          <p:cNvSpPr>
            <a:spLocks xmlns:a="http://schemas.openxmlformats.org/drawingml/2006/main" noGrp="1"/>
          </p:cNvSpPr>
          <p:nvPr/>
        </p:nvSpPr>
        <p:spPr>
          <a:xfrm xmlns:a="http://schemas.openxmlformats.org/drawingml/2006/main" rot="0" flipH="0" flipV="0">
            <a:off x="1402920" y="5028840"/>
            <a:ext cx="99720" cy="96120"/>
          </a:xfrm>
          <a:custGeom xmlns:a="http://schemas.openxmlformats.org/drawingml/2006/main">
            <a:rect l="0" t="0" r="r" b="b"/>
            <a:pathLst>
              <a:path w="277" h="267">
                <a:moveTo>
                  <a:pt x="138" y="267"/>
                </a:moveTo>
                <a:cubicBezTo>
                  <a:pt x="184" y="220"/>
                  <a:pt x="277" y="195"/>
                  <a:pt x="277" y="126"/>
                </a:cubicBezTo>
                <a:cubicBezTo>
                  <a:pt x="277" y="56"/>
                  <a:pt x="215" y="0"/>
                  <a:pt x="138" y="0"/>
                </a:cubicBezTo>
                <a:cubicBezTo>
                  <a:pt x="61" y="0"/>
                  <a:pt x="0" y="56"/>
                  <a:pt x="0" y="126"/>
                </a:cubicBezTo>
                <a:cubicBezTo>
                  <a:pt x="0" y="195"/>
                  <a:pt x="92" y="220"/>
                  <a:pt x="138" y="26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0" name="">
            <a:extLst xmlns:a="http://schemas.openxmlformats.org/drawingml/2006/main">
              <a:ext uri="{FF2B5EF4-FFF2-40B4-BE49-F238E27FC236}">
                <a16:creationId xmlns:a16="http://schemas.microsoft.com/office/drawing/2014/main" id="{98C27AA7-CC2E-4934-AEE3-E75E233D4616}"/>
              </a:ext>
            </a:extLst>
          </p:cNvPr>
          <p:cNvSpPr>
            <a:spLocks xmlns:a="http://schemas.openxmlformats.org/drawingml/2006/main" noGrp="1"/>
          </p:cNvSpPr>
          <p:nvPr/>
        </p:nvSpPr>
        <p:spPr>
          <a:xfrm xmlns:a="http://schemas.openxmlformats.org/drawingml/2006/main" rot="0" flipH="0" flipV="0">
            <a:off x="1338480" y="4818960"/>
            <a:ext cx="75240" cy="145800"/>
          </a:xfrm>
          <a:custGeom xmlns:a="http://schemas.openxmlformats.org/drawingml/2006/main">
            <a:rect l="0" t="0" r="r" b="b"/>
            <a:pathLst>
              <a:path w="209" h="405">
                <a:moveTo>
                  <a:pt x="190" y="177"/>
                </a:moveTo>
                <a:cubicBezTo>
                  <a:pt x="198" y="339"/>
                  <a:pt x="203" y="315"/>
                  <a:pt x="209" y="384"/>
                </a:cubicBezTo>
                <a:cubicBezTo>
                  <a:pt x="180" y="391"/>
                  <a:pt x="152" y="398"/>
                  <a:pt x="123" y="405"/>
                </a:cubicBezTo>
                <a:cubicBezTo>
                  <a:pt x="88" y="343"/>
                  <a:pt x="127" y="390"/>
                  <a:pt x="16" y="220"/>
                </a:cubicBezTo>
                <a:cubicBezTo>
                  <a:pt x="-24" y="157"/>
                  <a:pt x="19" y="10"/>
                  <a:pt x="44" y="0"/>
                </a:cubicBezTo>
                <a:cubicBezTo>
                  <a:pt x="59" y="-4"/>
                  <a:pt x="187" y="94"/>
                  <a:pt x="190" y="17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1" name="">
            <a:extLst xmlns:a="http://schemas.openxmlformats.org/drawingml/2006/main">
              <a:ext uri="{FF2B5EF4-FFF2-40B4-BE49-F238E27FC236}">
                <a16:creationId xmlns:a16="http://schemas.microsoft.com/office/drawing/2014/main" id="{B0DB6B78-393C-4157-A376-AC41B046B3FD}"/>
              </a:ext>
            </a:extLst>
          </p:cNvPr>
          <p:cNvSpPr>
            <a:spLocks xmlns:a="http://schemas.openxmlformats.org/drawingml/2006/main" noGrp="1"/>
          </p:cNvSpPr>
          <p:nvPr/>
        </p:nvSpPr>
        <p:spPr>
          <a:xfrm xmlns:a="http://schemas.openxmlformats.org/drawingml/2006/main" rot="0" flipH="0" flipV="0">
            <a:off x="1353240" y="4848480"/>
            <a:ext cx="54360" cy="115200"/>
          </a:xfrm>
          <a:custGeom xmlns:a="http://schemas.openxmlformats.org/drawingml/2006/main">
            <a:rect l="0" t="0" r="r" b="b"/>
            <a:pathLst>
              <a:path w="151" h="320">
                <a:moveTo>
                  <a:pt x="112" y="105"/>
                </a:moveTo>
                <a:cubicBezTo>
                  <a:pt x="142" y="262"/>
                  <a:pt x="138" y="239"/>
                  <a:pt x="151" y="306"/>
                </a:cubicBezTo>
                <a:cubicBezTo>
                  <a:pt x="132" y="311"/>
                  <a:pt x="113" y="315"/>
                  <a:pt x="94" y="320"/>
                </a:cubicBezTo>
                <a:cubicBezTo>
                  <a:pt x="67" y="256"/>
                  <a:pt x="94" y="309"/>
                  <a:pt x="11" y="129"/>
                </a:cubicBezTo>
                <a:cubicBezTo>
                  <a:pt x="-11" y="83"/>
                  <a:pt x="2" y="8"/>
                  <a:pt x="25" y="0"/>
                </a:cubicBezTo>
                <a:cubicBezTo>
                  <a:pt x="40" y="-5"/>
                  <a:pt x="100" y="40"/>
                  <a:pt x="112" y="10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2" name="">
            <a:extLst xmlns:a="http://schemas.openxmlformats.org/drawingml/2006/main">
              <a:ext uri="{FF2B5EF4-FFF2-40B4-BE49-F238E27FC236}">
                <a16:creationId xmlns:a16="http://schemas.microsoft.com/office/drawing/2014/main" id="{E28058D0-BFE5-459B-A66E-D48FA05A03F1}"/>
              </a:ext>
            </a:extLst>
          </p:cNvPr>
          <p:cNvSpPr>
            <a:spLocks xmlns:a="http://schemas.openxmlformats.org/drawingml/2006/main" noGrp="1"/>
          </p:cNvSpPr>
          <p:nvPr/>
        </p:nvSpPr>
        <p:spPr>
          <a:xfrm xmlns:a="http://schemas.openxmlformats.org/drawingml/2006/main" rot="0" flipH="0" flipV="0">
            <a:off x="1491120" y="4818960"/>
            <a:ext cx="75240" cy="145800"/>
          </a:xfrm>
          <a:custGeom xmlns:a="http://schemas.openxmlformats.org/drawingml/2006/main">
            <a:rect l="0" t="0" r="r" b="b"/>
            <a:pathLst>
              <a:path w="209" h="405">
                <a:moveTo>
                  <a:pt x="19" y="177"/>
                </a:moveTo>
                <a:cubicBezTo>
                  <a:pt x="11" y="339"/>
                  <a:pt x="6" y="315"/>
                  <a:pt x="0" y="384"/>
                </a:cubicBezTo>
                <a:cubicBezTo>
                  <a:pt x="29" y="391"/>
                  <a:pt x="57" y="398"/>
                  <a:pt x="86" y="405"/>
                </a:cubicBezTo>
                <a:cubicBezTo>
                  <a:pt x="121" y="343"/>
                  <a:pt x="82" y="390"/>
                  <a:pt x="192" y="220"/>
                </a:cubicBezTo>
                <a:cubicBezTo>
                  <a:pt x="234" y="157"/>
                  <a:pt x="189" y="10"/>
                  <a:pt x="165" y="0"/>
                </a:cubicBezTo>
                <a:cubicBezTo>
                  <a:pt x="149" y="-4"/>
                  <a:pt x="22" y="94"/>
                  <a:pt x="19" y="17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3" name="">
            <a:extLst xmlns:a="http://schemas.openxmlformats.org/drawingml/2006/main">
              <a:ext uri="{FF2B5EF4-FFF2-40B4-BE49-F238E27FC236}">
                <a16:creationId xmlns:a16="http://schemas.microsoft.com/office/drawing/2014/main" id="{0C013ACA-E8AF-4FE1-9452-19E62295EFF7}"/>
              </a:ext>
            </a:extLst>
          </p:cNvPr>
          <p:cNvSpPr>
            <a:spLocks xmlns:a="http://schemas.openxmlformats.org/drawingml/2006/main" noGrp="1"/>
          </p:cNvSpPr>
          <p:nvPr/>
        </p:nvSpPr>
        <p:spPr>
          <a:xfrm xmlns:a="http://schemas.openxmlformats.org/drawingml/2006/main" rot="0" flipH="0" flipV="0">
            <a:off x="1497240" y="4848480"/>
            <a:ext cx="54720" cy="115920"/>
          </a:xfrm>
          <a:custGeom xmlns:a="http://schemas.openxmlformats.org/drawingml/2006/main">
            <a:rect l="0" t="0" r="r" b="b"/>
            <a:pathLst>
              <a:path w="152" h="322">
                <a:moveTo>
                  <a:pt x="38" y="105"/>
                </a:moveTo>
                <a:cubicBezTo>
                  <a:pt x="9" y="262"/>
                  <a:pt x="13" y="239"/>
                  <a:pt x="0" y="306"/>
                </a:cubicBezTo>
                <a:cubicBezTo>
                  <a:pt x="18" y="311"/>
                  <a:pt x="37" y="317"/>
                  <a:pt x="55" y="322"/>
                </a:cubicBezTo>
                <a:cubicBezTo>
                  <a:pt x="83" y="258"/>
                  <a:pt x="55" y="311"/>
                  <a:pt x="140" y="131"/>
                </a:cubicBezTo>
                <a:cubicBezTo>
                  <a:pt x="162" y="83"/>
                  <a:pt x="151" y="8"/>
                  <a:pt x="126" y="0"/>
                </a:cubicBezTo>
                <a:cubicBezTo>
                  <a:pt x="111" y="-5"/>
                  <a:pt x="51" y="40"/>
                  <a:pt x="38" y="10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4" name="">
            <a:extLst xmlns:a="http://schemas.openxmlformats.org/drawingml/2006/main">
              <a:ext uri="{FF2B5EF4-FFF2-40B4-BE49-F238E27FC236}">
                <a16:creationId xmlns:a16="http://schemas.microsoft.com/office/drawing/2014/main" id="{2DA6B52E-0785-4E32-99E3-1C363B8A6069}"/>
              </a:ext>
            </a:extLst>
          </p:cNvPr>
          <p:cNvSpPr>
            <a:spLocks xmlns:a="http://schemas.openxmlformats.org/drawingml/2006/main" noGrp="1"/>
          </p:cNvSpPr>
          <p:nvPr/>
        </p:nvSpPr>
        <p:spPr>
          <a:xfrm xmlns:a="http://schemas.openxmlformats.org/drawingml/2006/main" rot="0" flipH="0" flipV="0">
            <a:off x="1351080" y="4907880"/>
            <a:ext cx="202680" cy="177480"/>
          </a:xfrm>
          <a:custGeom xmlns:a="http://schemas.openxmlformats.org/drawingml/2006/main">
            <a:rect l="0" t="0" r="r" b="b"/>
            <a:pathLst>
              <a:path w="563" h="493">
                <a:moveTo>
                  <a:pt x="281" y="0"/>
                </a:moveTo>
                <a:cubicBezTo>
                  <a:pt x="127" y="0"/>
                  <a:pt x="56" y="66"/>
                  <a:pt x="56" y="158"/>
                </a:cubicBezTo>
                <a:cubicBezTo>
                  <a:pt x="56" y="235"/>
                  <a:pt x="-61" y="349"/>
                  <a:pt x="44" y="424"/>
                </a:cubicBezTo>
                <a:cubicBezTo>
                  <a:pt x="95" y="461"/>
                  <a:pt x="180" y="493"/>
                  <a:pt x="281" y="493"/>
                </a:cubicBezTo>
                <a:cubicBezTo>
                  <a:pt x="383" y="493"/>
                  <a:pt x="469" y="461"/>
                  <a:pt x="520" y="424"/>
                </a:cubicBezTo>
                <a:cubicBezTo>
                  <a:pt x="624" y="347"/>
                  <a:pt x="508" y="235"/>
                  <a:pt x="508" y="158"/>
                </a:cubicBezTo>
                <a:cubicBezTo>
                  <a:pt x="508" y="66"/>
                  <a:pt x="438" y="0"/>
                  <a:pt x="281"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5" name="">
            <a:extLst xmlns:a="http://schemas.openxmlformats.org/drawingml/2006/main">
              <a:ext uri="{FF2B5EF4-FFF2-40B4-BE49-F238E27FC236}">
                <a16:creationId xmlns:a16="http://schemas.microsoft.com/office/drawing/2014/main" id="{3FD883CF-16EF-4945-8482-1C733E866FF2}"/>
              </a:ext>
            </a:extLst>
          </p:cNvPr>
          <p:cNvSpPr>
            <a:spLocks xmlns:a="http://schemas.openxmlformats.org/drawingml/2006/main" noGrp="1"/>
          </p:cNvSpPr>
          <p:nvPr/>
        </p:nvSpPr>
        <p:spPr>
          <a:xfrm xmlns:a="http://schemas.openxmlformats.org/drawingml/2006/main" rot="0" flipH="0" flipV="0">
            <a:off x="1364400" y="4932000"/>
            <a:ext cx="177120" cy="147240"/>
          </a:xfrm>
          <a:custGeom xmlns:a="http://schemas.openxmlformats.org/drawingml/2006/main">
            <a:rect l="0" t="0" r="r" b="b"/>
            <a:pathLst>
              <a:path w="492" h="409">
                <a:moveTo>
                  <a:pt x="224" y="13"/>
                </a:moveTo>
                <a:cubicBezTo>
                  <a:pt x="238" y="-4"/>
                  <a:pt x="251" y="-4"/>
                  <a:pt x="264" y="13"/>
                </a:cubicBezTo>
                <a:cubicBezTo>
                  <a:pt x="297" y="55"/>
                  <a:pt x="347" y="144"/>
                  <a:pt x="351" y="218"/>
                </a:cubicBezTo>
                <a:cubicBezTo>
                  <a:pt x="409" y="210"/>
                  <a:pt x="475" y="213"/>
                  <a:pt x="489" y="244"/>
                </a:cubicBezTo>
                <a:cubicBezTo>
                  <a:pt x="515" y="305"/>
                  <a:pt x="392" y="409"/>
                  <a:pt x="246" y="409"/>
                </a:cubicBezTo>
                <a:cubicBezTo>
                  <a:pt x="98" y="409"/>
                  <a:pt x="-22" y="305"/>
                  <a:pt x="4" y="244"/>
                </a:cubicBezTo>
                <a:cubicBezTo>
                  <a:pt x="15" y="213"/>
                  <a:pt x="81" y="210"/>
                  <a:pt x="138" y="218"/>
                </a:cubicBezTo>
                <a:cubicBezTo>
                  <a:pt x="141" y="144"/>
                  <a:pt x="192" y="55"/>
                  <a:pt x="224" y="1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6" name="">
            <a:extLst xmlns:a="http://schemas.openxmlformats.org/drawingml/2006/main">
              <a:ext uri="{FF2B5EF4-FFF2-40B4-BE49-F238E27FC236}">
                <a16:creationId xmlns:a16="http://schemas.microsoft.com/office/drawing/2014/main" id="{D322B279-C909-4D07-BF5F-4ACD97A7F319}"/>
              </a:ext>
            </a:extLst>
          </p:cNvPr>
          <p:cNvSpPr>
            <a:spLocks xmlns:a="http://schemas.openxmlformats.org/drawingml/2006/main" noGrp="1"/>
          </p:cNvSpPr>
          <p:nvPr/>
        </p:nvSpPr>
        <p:spPr>
          <a:xfrm xmlns:a="http://schemas.openxmlformats.org/drawingml/2006/main" rot="0" flipH="0" flipV="0">
            <a:off x="1410840" y="5037120"/>
            <a:ext cx="83880" cy="30240"/>
          </a:xfrm>
          <a:custGeom xmlns:a="http://schemas.openxmlformats.org/drawingml/2006/main">
            <a:rect l="0" t="0" r="r" b="b"/>
            <a:pathLst>
              <a:path w="233" h="84">
                <a:moveTo>
                  <a:pt x="47" y="30"/>
                </a:moveTo>
                <a:cubicBezTo>
                  <a:pt x="64" y="31"/>
                  <a:pt x="83" y="27"/>
                  <a:pt x="96" y="18"/>
                </a:cubicBezTo>
                <a:cubicBezTo>
                  <a:pt x="104" y="13"/>
                  <a:pt x="110" y="7"/>
                  <a:pt x="116" y="0"/>
                </a:cubicBezTo>
                <a:cubicBezTo>
                  <a:pt x="121" y="7"/>
                  <a:pt x="129" y="13"/>
                  <a:pt x="136" y="18"/>
                </a:cubicBezTo>
                <a:cubicBezTo>
                  <a:pt x="152" y="27"/>
                  <a:pt x="169" y="32"/>
                  <a:pt x="186" y="30"/>
                </a:cubicBezTo>
                <a:cubicBezTo>
                  <a:pt x="203" y="30"/>
                  <a:pt x="219" y="24"/>
                  <a:pt x="232" y="13"/>
                </a:cubicBezTo>
                <a:cubicBezTo>
                  <a:pt x="239" y="7"/>
                  <a:pt x="199" y="84"/>
                  <a:pt x="116" y="84"/>
                </a:cubicBezTo>
                <a:cubicBezTo>
                  <a:pt x="33" y="84"/>
                  <a:pt x="-7" y="7"/>
                  <a:pt x="1" y="13"/>
                </a:cubicBezTo>
                <a:cubicBezTo>
                  <a:pt x="13" y="23"/>
                  <a:pt x="30" y="28"/>
                  <a:pt x="47" y="3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4760" rIns="90000" bIns="-147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7" name="">
            <a:extLst xmlns:a="http://schemas.openxmlformats.org/drawingml/2006/main">
              <a:ext uri="{FF2B5EF4-FFF2-40B4-BE49-F238E27FC236}">
                <a16:creationId xmlns:a16="http://schemas.microsoft.com/office/drawing/2014/main" id="{C5899967-757F-4B75-9E15-785D5AFFD3D9}"/>
              </a:ext>
            </a:extLst>
          </p:cNvPr>
          <p:cNvSpPr>
            <a:spLocks xmlns:a="http://schemas.openxmlformats.org/drawingml/2006/main" noGrp="1"/>
          </p:cNvSpPr>
          <p:nvPr/>
        </p:nvSpPr>
        <p:spPr>
          <a:xfrm xmlns:a="http://schemas.openxmlformats.org/drawingml/2006/main" rot="0" flipH="0" flipV="0">
            <a:off x="1381320" y="4953600"/>
            <a:ext cx="48960" cy="58320"/>
          </a:xfrm>
          <a:custGeom xmlns:a="http://schemas.openxmlformats.org/drawingml/2006/main">
            <a:rect l="0" t="0" r="r" b="b"/>
            <a:pathLst>
              <a:path w="136" h="162">
                <a:moveTo>
                  <a:pt x="89" y="5"/>
                </a:moveTo>
                <a:cubicBezTo>
                  <a:pt x="43" y="-14"/>
                  <a:pt x="12" y="31"/>
                  <a:pt x="5" y="56"/>
                </a:cubicBezTo>
                <a:cubicBezTo>
                  <a:pt x="-8" y="92"/>
                  <a:pt x="8" y="133"/>
                  <a:pt x="12" y="142"/>
                </a:cubicBezTo>
                <a:cubicBezTo>
                  <a:pt x="15" y="149"/>
                  <a:pt x="49" y="178"/>
                  <a:pt x="125" y="150"/>
                </a:cubicBezTo>
                <a:cubicBezTo>
                  <a:pt x="123" y="150"/>
                  <a:pt x="143" y="109"/>
                  <a:pt x="134" y="70"/>
                </a:cubicBezTo>
                <a:cubicBezTo>
                  <a:pt x="119" y="49"/>
                  <a:pt x="129" y="20"/>
                  <a:pt x="89" y="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3320" rIns="90000" bIns="133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8" name="">
            <a:extLst xmlns:a="http://schemas.openxmlformats.org/drawingml/2006/main">
              <a:ext uri="{FF2B5EF4-FFF2-40B4-BE49-F238E27FC236}">
                <a16:creationId xmlns:a16="http://schemas.microsoft.com/office/drawing/2014/main" id="{A2AE0790-376A-4C21-88A0-9CCA1CB405B4}"/>
              </a:ext>
            </a:extLst>
          </p:cNvPr>
          <p:cNvSpPr>
            <a:spLocks xmlns:a="http://schemas.openxmlformats.org/drawingml/2006/main" noGrp="1"/>
          </p:cNvSpPr>
          <p:nvPr/>
        </p:nvSpPr>
        <p:spPr>
          <a:xfrm xmlns:a="http://schemas.openxmlformats.org/drawingml/2006/main" rot="0" flipH="0" flipV="0">
            <a:off x="1378080" y="4950720"/>
            <a:ext cx="51480" cy="62640"/>
          </a:xfrm>
          <a:custGeom xmlns:a="http://schemas.openxmlformats.org/drawingml/2006/main">
            <a:rect l="0" t="0" r="r" b="b"/>
            <a:pathLst>
              <a:path w="143" h="174">
                <a:moveTo>
                  <a:pt x="126" y="28"/>
                </a:moveTo>
                <a:cubicBezTo>
                  <a:pt x="120" y="21"/>
                  <a:pt x="114" y="14"/>
                  <a:pt x="106" y="10"/>
                </a:cubicBezTo>
                <a:cubicBezTo>
                  <a:pt x="103" y="7"/>
                  <a:pt x="98" y="5"/>
                  <a:pt x="94" y="4"/>
                </a:cubicBezTo>
                <a:cubicBezTo>
                  <a:pt x="89" y="2"/>
                  <a:pt x="84" y="1"/>
                  <a:pt x="80" y="1"/>
                </a:cubicBezTo>
                <a:cubicBezTo>
                  <a:pt x="61" y="-2"/>
                  <a:pt x="43" y="7"/>
                  <a:pt x="30" y="19"/>
                </a:cubicBezTo>
                <a:cubicBezTo>
                  <a:pt x="18" y="31"/>
                  <a:pt x="7" y="48"/>
                  <a:pt x="3" y="67"/>
                </a:cubicBezTo>
                <a:cubicBezTo>
                  <a:pt x="-2" y="85"/>
                  <a:pt x="0" y="104"/>
                  <a:pt x="4" y="123"/>
                </a:cubicBezTo>
                <a:cubicBezTo>
                  <a:pt x="6" y="132"/>
                  <a:pt x="9" y="141"/>
                  <a:pt x="14" y="149"/>
                </a:cubicBezTo>
                <a:cubicBezTo>
                  <a:pt x="14" y="150"/>
                  <a:pt x="14" y="151"/>
                  <a:pt x="15" y="152"/>
                </a:cubicBezTo>
                <a:cubicBezTo>
                  <a:pt x="15" y="154"/>
                  <a:pt x="15" y="156"/>
                  <a:pt x="15" y="157"/>
                </a:cubicBezTo>
                <a:cubicBezTo>
                  <a:pt x="15" y="158"/>
                  <a:pt x="16" y="158"/>
                  <a:pt x="17" y="158"/>
                </a:cubicBezTo>
                <a:cubicBezTo>
                  <a:pt x="18" y="160"/>
                  <a:pt x="20" y="161"/>
                  <a:pt x="23" y="163"/>
                </a:cubicBezTo>
                <a:cubicBezTo>
                  <a:pt x="27" y="166"/>
                  <a:pt x="30" y="167"/>
                  <a:pt x="35" y="169"/>
                </a:cubicBezTo>
                <a:cubicBezTo>
                  <a:pt x="52" y="175"/>
                  <a:pt x="69" y="175"/>
                  <a:pt x="86" y="173"/>
                </a:cubicBezTo>
                <a:cubicBezTo>
                  <a:pt x="103" y="170"/>
                  <a:pt x="118" y="166"/>
                  <a:pt x="134" y="158"/>
                </a:cubicBezTo>
                <a:cubicBezTo>
                  <a:pt x="118" y="161"/>
                  <a:pt x="101" y="166"/>
                  <a:pt x="86" y="166"/>
                </a:cubicBezTo>
                <a:cubicBezTo>
                  <a:pt x="70" y="166"/>
                  <a:pt x="54" y="164"/>
                  <a:pt x="40" y="158"/>
                </a:cubicBezTo>
                <a:cubicBezTo>
                  <a:pt x="37" y="157"/>
                  <a:pt x="34" y="155"/>
                  <a:pt x="30" y="152"/>
                </a:cubicBezTo>
                <a:cubicBezTo>
                  <a:pt x="29" y="150"/>
                  <a:pt x="27" y="150"/>
                  <a:pt x="27" y="149"/>
                </a:cubicBezTo>
                <a:cubicBezTo>
                  <a:pt x="26" y="148"/>
                  <a:pt x="26" y="147"/>
                  <a:pt x="26" y="146"/>
                </a:cubicBezTo>
                <a:cubicBezTo>
                  <a:pt x="23" y="138"/>
                  <a:pt x="21" y="130"/>
                  <a:pt x="18" y="123"/>
                </a:cubicBezTo>
                <a:cubicBezTo>
                  <a:pt x="15" y="106"/>
                  <a:pt x="14" y="89"/>
                  <a:pt x="18" y="74"/>
                </a:cubicBezTo>
                <a:cubicBezTo>
                  <a:pt x="21" y="59"/>
                  <a:pt x="30" y="45"/>
                  <a:pt x="41" y="34"/>
                </a:cubicBezTo>
                <a:cubicBezTo>
                  <a:pt x="52" y="24"/>
                  <a:pt x="66" y="16"/>
                  <a:pt x="80" y="18"/>
                </a:cubicBezTo>
                <a:cubicBezTo>
                  <a:pt x="83" y="18"/>
                  <a:pt x="86" y="17"/>
                  <a:pt x="90" y="19"/>
                </a:cubicBezTo>
                <a:cubicBezTo>
                  <a:pt x="93" y="20"/>
                  <a:pt x="98" y="21"/>
                  <a:pt x="101" y="22"/>
                </a:cubicBezTo>
                <a:cubicBezTo>
                  <a:pt x="109" y="25"/>
                  <a:pt x="115" y="30"/>
                  <a:pt x="120" y="36"/>
                </a:cubicBezTo>
                <a:cubicBezTo>
                  <a:pt x="130" y="45"/>
                  <a:pt x="138" y="61"/>
                  <a:pt x="143" y="79"/>
                </a:cubicBezTo>
                <a:cubicBezTo>
                  <a:pt x="143" y="61"/>
                  <a:pt x="137" y="44"/>
                  <a:pt x="126"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49" name="">
            <a:extLst xmlns:a="http://schemas.openxmlformats.org/drawingml/2006/main">
              <a:ext uri="{FF2B5EF4-FFF2-40B4-BE49-F238E27FC236}">
                <a16:creationId xmlns:a16="http://schemas.microsoft.com/office/drawing/2014/main" id="{E9678BC2-E61B-43E3-AA7D-6094FD236F91}"/>
              </a:ext>
            </a:extLst>
          </p:cNvPr>
          <p:cNvSpPr>
            <a:spLocks xmlns:a="http://schemas.openxmlformats.org/drawingml/2006/main" noGrp="1"/>
          </p:cNvSpPr>
          <p:nvPr/>
        </p:nvSpPr>
        <p:spPr>
          <a:xfrm xmlns:a="http://schemas.openxmlformats.org/drawingml/2006/main" rot="0" flipH="0" flipV="0">
            <a:off x="1393920" y="4967640"/>
            <a:ext cx="28800" cy="35280"/>
          </a:xfrm>
          <a:custGeom xmlns:a="http://schemas.openxmlformats.org/drawingml/2006/main">
            <a:rect l="0" t="0" r="r" b="b"/>
            <a:pathLst>
              <a:path w="80" h="98">
                <a:moveTo>
                  <a:pt x="0" y="49"/>
                </a:moveTo>
                <a:cubicBezTo>
                  <a:pt x="0" y="58"/>
                  <a:pt x="2" y="66"/>
                  <a:pt x="6" y="74"/>
                </a:cubicBezTo>
                <a:cubicBezTo>
                  <a:pt x="9" y="81"/>
                  <a:pt x="14" y="87"/>
                  <a:pt x="20" y="92"/>
                </a:cubicBezTo>
                <a:cubicBezTo>
                  <a:pt x="26" y="96"/>
                  <a:pt x="33" y="98"/>
                  <a:pt x="40" y="98"/>
                </a:cubicBezTo>
                <a:cubicBezTo>
                  <a:pt x="47" y="98"/>
                  <a:pt x="54" y="96"/>
                  <a:pt x="60" y="92"/>
                </a:cubicBezTo>
                <a:cubicBezTo>
                  <a:pt x="66" y="87"/>
                  <a:pt x="71" y="81"/>
                  <a:pt x="75" y="74"/>
                </a:cubicBezTo>
                <a:cubicBezTo>
                  <a:pt x="78" y="66"/>
                  <a:pt x="80" y="58"/>
                  <a:pt x="80" y="49"/>
                </a:cubicBezTo>
                <a:cubicBezTo>
                  <a:pt x="80" y="40"/>
                  <a:pt x="78" y="32"/>
                  <a:pt x="75" y="24"/>
                </a:cubicBezTo>
                <a:cubicBezTo>
                  <a:pt x="71" y="17"/>
                  <a:pt x="66" y="10"/>
                  <a:pt x="60" y="6"/>
                </a:cubicBezTo>
                <a:cubicBezTo>
                  <a:pt x="54" y="1"/>
                  <a:pt x="47" y="0"/>
                  <a:pt x="40" y="0"/>
                </a:cubicBezTo>
                <a:cubicBezTo>
                  <a:pt x="33" y="0"/>
                  <a:pt x="26" y="1"/>
                  <a:pt x="20" y="6"/>
                </a:cubicBezTo>
                <a:cubicBezTo>
                  <a:pt x="14" y="10"/>
                  <a:pt x="9" y="17"/>
                  <a:pt x="6" y="24"/>
                </a:cubicBezTo>
                <a:cubicBezTo>
                  <a:pt x="2" y="32"/>
                  <a:pt x="0" y="40"/>
                  <a:pt x="0" y="4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9720" rIns="90000" bIns="-97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0" name="">
            <a:extLst xmlns:a="http://schemas.openxmlformats.org/drawingml/2006/main">
              <a:ext uri="{FF2B5EF4-FFF2-40B4-BE49-F238E27FC236}">
                <a16:creationId xmlns:a16="http://schemas.microsoft.com/office/drawing/2014/main" id="{E9B89847-1122-48F6-9C9A-FBAAB31B0788}"/>
              </a:ext>
            </a:extLst>
          </p:cNvPr>
          <p:cNvSpPr>
            <a:spLocks xmlns:a="http://schemas.openxmlformats.org/drawingml/2006/main" noGrp="1"/>
          </p:cNvSpPr>
          <p:nvPr/>
        </p:nvSpPr>
        <p:spPr>
          <a:xfrm xmlns:a="http://schemas.openxmlformats.org/drawingml/2006/main" rot="0" flipH="0" flipV="0">
            <a:off x="1474920" y="4953600"/>
            <a:ext cx="48960" cy="58320"/>
          </a:xfrm>
          <a:custGeom xmlns:a="http://schemas.openxmlformats.org/drawingml/2006/main">
            <a:rect l="0" t="0" r="r" b="b"/>
            <a:pathLst>
              <a:path w="136" h="162">
                <a:moveTo>
                  <a:pt x="47" y="5"/>
                </a:moveTo>
                <a:cubicBezTo>
                  <a:pt x="93" y="-14"/>
                  <a:pt x="124" y="31"/>
                  <a:pt x="131" y="56"/>
                </a:cubicBezTo>
                <a:cubicBezTo>
                  <a:pt x="144" y="92"/>
                  <a:pt x="128" y="134"/>
                  <a:pt x="124" y="142"/>
                </a:cubicBezTo>
                <a:cubicBezTo>
                  <a:pt x="120" y="150"/>
                  <a:pt x="87" y="178"/>
                  <a:pt x="11" y="150"/>
                </a:cubicBezTo>
                <a:cubicBezTo>
                  <a:pt x="13" y="150"/>
                  <a:pt x="-6" y="109"/>
                  <a:pt x="2" y="70"/>
                </a:cubicBezTo>
                <a:cubicBezTo>
                  <a:pt x="17" y="49"/>
                  <a:pt x="7" y="20"/>
                  <a:pt x="47" y="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3320" rIns="90000" bIns="133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1" name="">
            <a:extLst xmlns:a="http://schemas.openxmlformats.org/drawingml/2006/main">
              <a:ext uri="{FF2B5EF4-FFF2-40B4-BE49-F238E27FC236}">
                <a16:creationId xmlns:a16="http://schemas.microsoft.com/office/drawing/2014/main" id="{4789CE7D-EFF0-41FA-91AF-64002126F49D}"/>
              </a:ext>
            </a:extLst>
          </p:cNvPr>
          <p:cNvSpPr>
            <a:spLocks xmlns:a="http://schemas.openxmlformats.org/drawingml/2006/main" noGrp="1"/>
          </p:cNvSpPr>
          <p:nvPr/>
        </p:nvSpPr>
        <p:spPr>
          <a:xfrm xmlns:a="http://schemas.openxmlformats.org/drawingml/2006/main" rot="0" flipH="0" flipV="0">
            <a:off x="1475640" y="4951080"/>
            <a:ext cx="51840" cy="61920"/>
          </a:xfrm>
          <a:custGeom xmlns:a="http://schemas.openxmlformats.org/drawingml/2006/main">
            <a:rect l="0" t="0" r="r" b="b"/>
            <a:pathLst>
              <a:path w="144" h="172">
                <a:moveTo>
                  <a:pt x="23" y="33"/>
                </a:moveTo>
                <a:cubicBezTo>
                  <a:pt x="29" y="27"/>
                  <a:pt x="35" y="23"/>
                  <a:pt x="42" y="20"/>
                </a:cubicBezTo>
                <a:cubicBezTo>
                  <a:pt x="45" y="18"/>
                  <a:pt x="49" y="17"/>
                  <a:pt x="52" y="17"/>
                </a:cubicBezTo>
                <a:cubicBezTo>
                  <a:pt x="55" y="15"/>
                  <a:pt x="60" y="15"/>
                  <a:pt x="63" y="15"/>
                </a:cubicBezTo>
                <a:cubicBezTo>
                  <a:pt x="77" y="15"/>
                  <a:pt x="92" y="21"/>
                  <a:pt x="102" y="32"/>
                </a:cubicBezTo>
                <a:cubicBezTo>
                  <a:pt x="112" y="43"/>
                  <a:pt x="122" y="58"/>
                  <a:pt x="125" y="72"/>
                </a:cubicBezTo>
                <a:cubicBezTo>
                  <a:pt x="128" y="86"/>
                  <a:pt x="128" y="103"/>
                  <a:pt x="125" y="120"/>
                </a:cubicBezTo>
                <a:cubicBezTo>
                  <a:pt x="123" y="128"/>
                  <a:pt x="120" y="137"/>
                  <a:pt x="117" y="143"/>
                </a:cubicBezTo>
                <a:cubicBezTo>
                  <a:pt x="116" y="144"/>
                  <a:pt x="116" y="145"/>
                  <a:pt x="115" y="146"/>
                </a:cubicBezTo>
                <a:cubicBezTo>
                  <a:pt x="114" y="148"/>
                  <a:pt x="112" y="148"/>
                  <a:pt x="112" y="149"/>
                </a:cubicBezTo>
                <a:cubicBezTo>
                  <a:pt x="109" y="151"/>
                  <a:pt x="106" y="154"/>
                  <a:pt x="103" y="156"/>
                </a:cubicBezTo>
                <a:cubicBezTo>
                  <a:pt x="89" y="162"/>
                  <a:pt x="74" y="165"/>
                  <a:pt x="57" y="163"/>
                </a:cubicBezTo>
                <a:cubicBezTo>
                  <a:pt x="42" y="163"/>
                  <a:pt x="25" y="160"/>
                  <a:pt x="9" y="156"/>
                </a:cubicBezTo>
                <a:cubicBezTo>
                  <a:pt x="25" y="163"/>
                  <a:pt x="40" y="168"/>
                  <a:pt x="57" y="171"/>
                </a:cubicBezTo>
                <a:cubicBezTo>
                  <a:pt x="74" y="174"/>
                  <a:pt x="91" y="172"/>
                  <a:pt x="108" y="166"/>
                </a:cubicBezTo>
                <a:cubicBezTo>
                  <a:pt x="112" y="165"/>
                  <a:pt x="115" y="163"/>
                  <a:pt x="120" y="160"/>
                </a:cubicBezTo>
                <a:cubicBezTo>
                  <a:pt x="122" y="159"/>
                  <a:pt x="125" y="157"/>
                  <a:pt x="126" y="156"/>
                </a:cubicBezTo>
                <a:cubicBezTo>
                  <a:pt x="127" y="156"/>
                  <a:pt x="127" y="155"/>
                  <a:pt x="128" y="154"/>
                </a:cubicBezTo>
                <a:cubicBezTo>
                  <a:pt x="128" y="154"/>
                  <a:pt x="129" y="153"/>
                  <a:pt x="129" y="152"/>
                </a:cubicBezTo>
                <a:lnTo>
                  <a:pt x="129" y="151"/>
                </a:lnTo>
                <a:cubicBezTo>
                  <a:pt x="130" y="151"/>
                  <a:pt x="130" y="150"/>
                  <a:pt x="131" y="149"/>
                </a:cubicBezTo>
                <a:cubicBezTo>
                  <a:pt x="134" y="140"/>
                  <a:pt x="137" y="132"/>
                  <a:pt x="140" y="123"/>
                </a:cubicBezTo>
                <a:cubicBezTo>
                  <a:pt x="145" y="105"/>
                  <a:pt x="145" y="86"/>
                  <a:pt x="142" y="67"/>
                </a:cubicBezTo>
                <a:cubicBezTo>
                  <a:pt x="137" y="49"/>
                  <a:pt x="126" y="32"/>
                  <a:pt x="114" y="20"/>
                </a:cubicBezTo>
                <a:cubicBezTo>
                  <a:pt x="100" y="7"/>
                  <a:pt x="83" y="-2"/>
                  <a:pt x="65" y="1"/>
                </a:cubicBezTo>
                <a:cubicBezTo>
                  <a:pt x="60" y="1"/>
                  <a:pt x="55" y="3"/>
                  <a:pt x="51" y="4"/>
                </a:cubicBezTo>
                <a:cubicBezTo>
                  <a:pt x="46" y="6"/>
                  <a:pt x="43" y="7"/>
                  <a:pt x="38" y="10"/>
                </a:cubicBezTo>
                <a:cubicBezTo>
                  <a:pt x="31" y="15"/>
                  <a:pt x="25" y="21"/>
                  <a:pt x="18" y="29"/>
                </a:cubicBezTo>
                <a:cubicBezTo>
                  <a:pt x="8" y="41"/>
                  <a:pt x="2" y="60"/>
                  <a:pt x="0" y="78"/>
                </a:cubicBezTo>
                <a:cubicBezTo>
                  <a:pt x="5" y="61"/>
                  <a:pt x="11" y="44"/>
                  <a:pt x="23" y="3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6920" rIns="90000" bIns="169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2" name="">
            <a:extLst xmlns:a="http://schemas.openxmlformats.org/drawingml/2006/main">
              <a:ext uri="{FF2B5EF4-FFF2-40B4-BE49-F238E27FC236}">
                <a16:creationId xmlns:a16="http://schemas.microsoft.com/office/drawing/2014/main" id="{34E0556F-0879-4F36-A5A2-F1507883390E}"/>
              </a:ext>
            </a:extLst>
          </p:cNvPr>
          <p:cNvSpPr>
            <a:spLocks xmlns:a="http://schemas.openxmlformats.org/drawingml/2006/main" noGrp="1"/>
          </p:cNvSpPr>
          <p:nvPr/>
        </p:nvSpPr>
        <p:spPr>
          <a:xfrm xmlns:a="http://schemas.openxmlformats.org/drawingml/2006/main" rot="0" flipH="0" flipV="0">
            <a:off x="1482840" y="4967640"/>
            <a:ext cx="28800" cy="35280"/>
          </a:xfrm>
          <a:custGeom xmlns:a="http://schemas.openxmlformats.org/drawingml/2006/main">
            <a:rect l="0" t="0" r="r" b="b"/>
            <a:pathLst>
              <a:path w="80" h="98">
                <a:moveTo>
                  <a:pt x="0" y="49"/>
                </a:moveTo>
                <a:cubicBezTo>
                  <a:pt x="0" y="58"/>
                  <a:pt x="1" y="66"/>
                  <a:pt x="5" y="74"/>
                </a:cubicBezTo>
                <a:cubicBezTo>
                  <a:pt x="9" y="81"/>
                  <a:pt x="14" y="87"/>
                  <a:pt x="20" y="92"/>
                </a:cubicBezTo>
                <a:cubicBezTo>
                  <a:pt x="26" y="96"/>
                  <a:pt x="33" y="98"/>
                  <a:pt x="40" y="98"/>
                </a:cubicBezTo>
                <a:cubicBezTo>
                  <a:pt x="47" y="98"/>
                  <a:pt x="54" y="96"/>
                  <a:pt x="60" y="92"/>
                </a:cubicBezTo>
                <a:cubicBezTo>
                  <a:pt x="66" y="87"/>
                  <a:pt x="71" y="81"/>
                  <a:pt x="75" y="74"/>
                </a:cubicBezTo>
                <a:cubicBezTo>
                  <a:pt x="78" y="66"/>
                  <a:pt x="80" y="58"/>
                  <a:pt x="80" y="49"/>
                </a:cubicBezTo>
                <a:cubicBezTo>
                  <a:pt x="80" y="40"/>
                  <a:pt x="78" y="32"/>
                  <a:pt x="75" y="24"/>
                </a:cubicBezTo>
                <a:cubicBezTo>
                  <a:pt x="71" y="17"/>
                  <a:pt x="66" y="10"/>
                  <a:pt x="60" y="6"/>
                </a:cubicBezTo>
                <a:cubicBezTo>
                  <a:pt x="54" y="1"/>
                  <a:pt x="47" y="0"/>
                  <a:pt x="40" y="0"/>
                </a:cubicBezTo>
                <a:cubicBezTo>
                  <a:pt x="33" y="0"/>
                  <a:pt x="26" y="1"/>
                  <a:pt x="20" y="6"/>
                </a:cubicBezTo>
                <a:cubicBezTo>
                  <a:pt x="14" y="10"/>
                  <a:pt x="9" y="17"/>
                  <a:pt x="5" y="24"/>
                </a:cubicBezTo>
                <a:cubicBezTo>
                  <a:pt x="2" y="32"/>
                  <a:pt x="0" y="40"/>
                  <a:pt x="0" y="4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9720" rIns="90000" bIns="-97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3" name="">
            <a:extLst xmlns:a="http://schemas.openxmlformats.org/drawingml/2006/main">
              <a:ext uri="{FF2B5EF4-FFF2-40B4-BE49-F238E27FC236}">
                <a16:creationId xmlns:a16="http://schemas.microsoft.com/office/drawing/2014/main" id="{6457F873-4A12-4B8B-9CA8-8D259AE41C1B}"/>
              </a:ext>
            </a:extLst>
          </p:cNvPr>
          <p:cNvSpPr>
            <a:spLocks xmlns:a="http://schemas.openxmlformats.org/drawingml/2006/main" noGrp="1"/>
          </p:cNvSpPr>
          <p:nvPr/>
        </p:nvSpPr>
        <p:spPr>
          <a:xfrm xmlns:a="http://schemas.openxmlformats.org/drawingml/2006/main" rot="0" flipH="0" flipV="0">
            <a:off x="1438200" y="5029920"/>
            <a:ext cx="29520" cy="24120"/>
          </a:xfrm>
          <a:custGeom xmlns:a="http://schemas.openxmlformats.org/drawingml/2006/main">
            <a:rect l="0" t="0" r="r" b="b"/>
            <a:pathLst>
              <a:path w="82" h="67">
                <a:moveTo>
                  <a:pt x="82" y="0"/>
                </a:moveTo>
                <a:cubicBezTo>
                  <a:pt x="55" y="0"/>
                  <a:pt x="27" y="0"/>
                  <a:pt x="0" y="0"/>
                </a:cubicBezTo>
                <a:cubicBezTo>
                  <a:pt x="0" y="22"/>
                  <a:pt x="0" y="45"/>
                  <a:pt x="0" y="67"/>
                </a:cubicBezTo>
                <a:cubicBezTo>
                  <a:pt x="27" y="67"/>
                  <a:pt x="55" y="67"/>
                  <a:pt x="82" y="67"/>
                </a:cubicBezTo>
                <a:cubicBezTo>
                  <a:pt x="82" y="45"/>
                  <a:pt x="82" y="22"/>
                  <a:pt x="82"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0880" rIns="90000" bIns="-208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4" name="">
            <a:extLst xmlns:a="http://schemas.openxmlformats.org/drawingml/2006/main">
              <a:ext uri="{FF2B5EF4-FFF2-40B4-BE49-F238E27FC236}">
                <a16:creationId xmlns:a16="http://schemas.microsoft.com/office/drawing/2014/main" id="{15377547-16B8-4F02-87CB-41BCB6F660FC}"/>
              </a:ext>
            </a:extLst>
          </p:cNvPr>
          <p:cNvSpPr>
            <a:spLocks xmlns:a="http://schemas.openxmlformats.org/drawingml/2006/main" noGrp="1"/>
          </p:cNvSpPr>
          <p:nvPr/>
        </p:nvSpPr>
        <p:spPr>
          <a:xfrm xmlns:a="http://schemas.openxmlformats.org/drawingml/2006/main" rot="0" flipH="0" flipV="0">
            <a:off x="1397880" y="5009400"/>
            <a:ext cx="110880" cy="39240"/>
          </a:xfrm>
          <a:custGeom xmlns:a="http://schemas.openxmlformats.org/drawingml/2006/main">
            <a:rect l="0" t="0" r="r" b="b"/>
            <a:pathLst>
              <a:path w="308" h="109">
                <a:moveTo>
                  <a:pt x="75" y="94"/>
                </a:moveTo>
                <a:cubicBezTo>
                  <a:pt x="91" y="92"/>
                  <a:pt x="106" y="88"/>
                  <a:pt x="119" y="81"/>
                </a:cubicBezTo>
                <a:cubicBezTo>
                  <a:pt x="131" y="73"/>
                  <a:pt x="140" y="63"/>
                  <a:pt x="142" y="52"/>
                </a:cubicBezTo>
                <a:cubicBezTo>
                  <a:pt x="145" y="35"/>
                  <a:pt x="149" y="17"/>
                  <a:pt x="152" y="0"/>
                </a:cubicBezTo>
                <a:cubicBezTo>
                  <a:pt x="156" y="17"/>
                  <a:pt x="159" y="35"/>
                  <a:pt x="163" y="52"/>
                </a:cubicBezTo>
                <a:cubicBezTo>
                  <a:pt x="166" y="64"/>
                  <a:pt x="173" y="73"/>
                  <a:pt x="186" y="81"/>
                </a:cubicBezTo>
                <a:cubicBezTo>
                  <a:pt x="198" y="88"/>
                  <a:pt x="214" y="94"/>
                  <a:pt x="229" y="94"/>
                </a:cubicBezTo>
                <a:cubicBezTo>
                  <a:pt x="246" y="94"/>
                  <a:pt x="262" y="92"/>
                  <a:pt x="275" y="84"/>
                </a:cubicBezTo>
                <a:cubicBezTo>
                  <a:pt x="289" y="78"/>
                  <a:pt x="302" y="67"/>
                  <a:pt x="308" y="54"/>
                </a:cubicBezTo>
                <a:cubicBezTo>
                  <a:pt x="306" y="69"/>
                  <a:pt x="297" y="83"/>
                  <a:pt x="283" y="92"/>
                </a:cubicBezTo>
                <a:cubicBezTo>
                  <a:pt x="269" y="101"/>
                  <a:pt x="249" y="107"/>
                  <a:pt x="231" y="109"/>
                </a:cubicBezTo>
                <a:cubicBezTo>
                  <a:pt x="211" y="110"/>
                  <a:pt x="192" y="106"/>
                  <a:pt x="175" y="97"/>
                </a:cubicBezTo>
                <a:cubicBezTo>
                  <a:pt x="166" y="92"/>
                  <a:pt x="160" y="86"/>
                  <a:pt x="154" y="78"/>
                </a:cubicBezTo>
                <a:cubicBezTo>
                  <a:pt x="148" y="86"/>
                  <a:pt x="140" y="92"/>
                  <a:pt x="132" y="97"/>
                </a:cubicBezTo>
                <a:cubicBezTo>
                  <a:pt x="115" y="106"/>
                  <a:pt x="95" y="110"/>
                  <a:pt x="77" y="109"/>
                </a:cubicBezTo>
                <a:cubicBezTo>
                  <a:pt x="59" y="109"/>
                  <a:pt x="39" y="103"/>
                  <a:pt x="25" y="92"/>
                </a:cubicBezTo>
                <a:cubicBezTo>
                  <a:pt x="11" y="83"/>
                  <a:pt x="0" y="67"/>
                  <a:pt x="0" y="54"/>
                </a:cubicBezTo>
                <a:cubicBezTo>
                  <a:pt x="3" y="66"/>
                  <a:pt x="15" y="77"/>
                  <a:pt x="29" y="84"/>
                </a:cubicBezTo>
                <a:cubicBezTo>
                  <a:pt x="43" y="90"/>
                  <a:pt x="60" y="94"/>
                  <a:pt x="75" y="9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5760" rIns="90000" bIns="-57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5" name="">
            <a:extLst xmlns:a="http://schemas.openxmlformats.org/drawingml/2006/main">
              <a:ext uri="{FF2B5EF4-FFF2-40B4-BE49-F238E27FC236}">
                <a16:creationId xmlns:a16="http://schemas.microsoft.com/office/drawing/2014/main" id="{BD00A0B7-2C39-4106-810E-63EB2A3F8A67}"/>
              </a:ext>
            </a:extLst>
          </p:cNvPr>
          <p:cNvSpPr>
            <a:spLocks xmlns:a="http://schemas.openxmlformats.org/drawingml/2006/main" noGrp="1"/>
          </p:cNvSpPr>
          <p:nvPr/>
        </p:nvSpPr>
        <p:spPr>
          <a:xfrm xmlns:a="http://schemas.openxmlformats.org/drawingml/2006/main" rot="0" flipH="0" flipV="0">
            <a:off x="1432080" y="5002200"/>
            <a:ext cx="42120" cy="19800"/>
          </a:xfrm>
          <a:custGeom xmlns:a="http://schemas.openxmlformats.org/drawingml/2006/main">
            <a:rect l="0" t="0" r="r" b="b"/>
            <a:pathLst>
              <a:path w="117" h="55">
                <a:moveTo>
                  <a:pt x="59" y="0"/>
                </a:moveTo>
                <a:cubicBezTo>
                  <a:pt x="70" y="0"/>
                  <a:pt x="102" y="0"/>
                  <a:pt x="114" y="9"/>
                </a:cubicBezTo>
                <a:cubicBezTo>
                  <a:pt x="122" y="15"/>
                  <a:pt x="116" y="30"/>
                  <a:pt x="96" y="44"/>
                </a:cubicBezTo>
                <a:cubicBezTo>
                  <a:pt x="82" y="54"/>
                  <a:pt x="70" y="55"/>
                  <a:pt x="60" y="55"/>
                </a:cubicBezTo>
                <a:cubicBezTo>
                  <a:pt x="50" y="55"/>
                  <a:pt x="37" y="52"/>
                  <a:pt x="25" y="44"/>
                </a:cubicBezTo>
                <a:cubicBezTo>
                  <a:pt x="0" y="30"/>
                  <a:pt x="-4" y="15"/>
                  <a:pt x="4" y="9"/>
                </a:cubicBezTo>
                <a:cubicBezTo>
                  <a:pt x="14" y="0"/>
                  <a:pt x="48" y="0"/>
                  <a:pt x="59"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200" rIns="90000" bIns="-252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6" name="">
            <a:extLst xmlns:a="http://schemas.openxmlformats.org/drawingml/2006/main">
              <a:ext uri="{FF2B5EF4-FFF2-40B4-BE49-F238E27FC236}">
                <a16:creationId xmlns:a16="http://schemas.microsoft.com/office/drawing/2014/main" id="{AA9A72E1-9061-46E3-83A8-5FD495CF831A}"/>
              </a:ext>
            </a:extLst>
          </p:cNvPr>
          <p:cNvSpPr>
            <a:spLocks xmlns:a="http://schemas.openxmlformats.org/drawingml/2006/main" noGrp="1"/>
          </p:cNvSpPr>
          <p:nvPr/>
        </p:nvSpPr>
        <p:spPr>
          <a:xfrm xmlns:a="http://schemas.openxmlformats.org/drawingml/2006/main">
            <a:off x="6666840" y="4873680"/>
            <a:ext cx="151560" cy="228960"/>
          </a:xfrm>
          <a:custGeom xmlns:a="http://schemas.openxmlformats.org/drawingml/2006/main">
            <a:rect l="0" t="0" r="r" b="b"/>
            <a:pathLst>
              <a:path w="421" h="636">
                <a:moveTo>
                  <a:pt x="240" y="544"/>
                </a:moveTo>
                <a:cubicBezTo>
                  <a:pt x="360" y="440"/>
                  <a:pt x="432" y="313"/>
                  <a:pt x="420" y="143"/>
                </a:cubicBezTo>
                <a:cubicBezTo>
                  <a:pt x="415" y="76"/>
                  <a:pt x="390" y="32"/>
                  <a:pt x="360" y="5"/>
                </a:cubicBezTo>
                <a:cubicBezTo>
                  <a:pt x="337" y="-16"/>
                  <a:pt x="196" y="32"/>
                  <a:pt x="196" y="185"/>
                </a:cubicBezTo>
                <a:cubicBezTo>
                  <a:pt x="198" y="474"/>
                  <a:pt x="65" y="484"/>
                  <a:pt x="0" y="634"/>
                </a:cubicBezTo>
                <a:cubicBezTo>
                  <a:pt x="69" y="645"/>
                  <a:pt x="152" y="622"/>
                  <a:pt x="240" y="54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7" name="">
            <a:extLst xmlns:a="http://schemas.openxmlformats.org/drawingml/2006/main">
              <a:ext uri="{FF2B5EF4-FFF2-40B4-BE49-F238E27FC236}">
                <a16:creationId xmlns:a16="http://schemas.microsoft.com/office/drawing/2014/main" id="{3F0FA353-0003-4076-AFD1-62084EDDE996}"/>
              </a:ext>
            </a:extLst>
          </p:cNvPr>
          <p:cNvSpPr>
            <a:spLocks xmlns:a="http://schemas.openxmlformats.org/drawingml/2006/main" noGrp="1"/>
          </p:cNvSpPr>
          <p:nvPr/>
        </p:nvSpPr>
        <p:spPr>
          <a:xfrm xmlns:a="http://schemas.openxmlformats.org/drawingml/2006/main">
            <a:off x="6652800" y="4866840"/>
            <a:ext cx="143640" cy="234000"/>
          </a:xfrm>
          <a:custGeom xmlns:a="http://schemas.openxmlformats.org/drawingml/2006/main">
            <a:rect l="0" t="0" r="r" b="b"/>
            <a:pathLst>
              <a:path w="399" h="650">
                <a:moveTo>
                  <a:pt x="399" y="24"/>
                </a:moveTo>
                <a:cubicBezTo>
                  <a:pt x="323" y="-55"/>
                  <a:pt x="187" y="77"/>
                  <a:pt x="187" y="197"/>
                </a:cubicBezTo>
                <a:cubicBezTo>
                  <a:pt x="187" y="487"/>
                  <a:pt x="67" y="513"/>
                  <a:pt x="0" y="643"/>
                </a:cubicBezTo>
                <a:cubicBezTo>
                  <a:pt x="12" y="646"/>
                  <a:pt x="11" y="650"/>
                  <a:pt x="37" y="650"/>
                </a:cubicBezTo>
                <a:cubicBezTo>
                  <a:pt x="122" y="582"/>
                  <a:pt x="249" y="453"/>
                  <a:pt x="249" y="231"/>
                </a:cubicBezTo>
                <a:cubicBezTo>
                  <a:pt x="249" y="93"/>
                  <a:pt x="318" y="35"/>
                  <a:pt x="399" y="2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8" name="">
            <a:extLst xmlns:a="http://schemas.openxmlformats.org/drawingml/2006/main">
              <a:ext uri="{FF2B5EF4-FFF2-40B4-BE49-F238E27FC236}">
                <a16:creationId xmlns:a16="http://schemas.microsoft.com/office/drawing/2014/main" id="{A958A287-0F76-4FB9-942B-D5239F92307A}"/>
              </a:ext>
            </a:extLst>
          </p:cNvPr>
          <p:cNvSpPr>
            <a:spLocks xmlns:a="http://schemas.openxmlformats.org/drawingml/2006/main" noGrp="1"/>
          </p:cNvSpPr>
          <p:nvPr/>
        </p:nvSpPr>
        <p:spPr>
          <a:xfrm xmlns:a="http://schemas.openxmlformats.org/drawingml/2006/main">
            <a:off x="6652800" y="4862520"/>
            <a:ext cx="135360" cy="235080"/>
          </a:xfrm>
          <a:custGeom xmlns:a="http://schemas.openxmlformats.org/drawingml/2006/main">
            <a:rect l="0" t="0" r="r" b="b"/>
            <a:pathLst>
              <a:path w="376" h="653">
                <a:moveTo>
                  <a:pt x="376" y="17"/>
                </a:moveTo>
                <a:cubicBezTo>
                  <a:pt x="288" y="-36"/>
                  <a:pt x="159" y="40"/>
                  <a:pt x="159" y="186"/>
                </a:cubicBezTo>
                <a:cubicBezTo>
                  <a:pt x="159" y="423"/>
                  <a:pt x="53" y="414"/>
                  <a:pt x="0" y="529"/>
                </a:cubicBezTo>
                <a:cubicBezTo>
                  <a:pt x="0" y="570"/>
                  <a:pt x="0" y="612"/>
                  <a:pt x="0" y="653"/>
                </a:cubicBezTo>
                <a:cubicBezTo>
                  <a:pt x="37" y="628"/>
                  <a:pt x="212" y="479"/>
                  <a:pt x="212" y="218"/>
                </a:cubicBezTo>
                <a:cubicBezTo>
                  <a:pt x="212" y="79"/>
                  <a:pt x="293" y="19"/>
                  <a:pt x="376" y="1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59" name="">
            <a:extLst xmlns:a="http://schemas.openxmlformats.org/drawingml/2006/main">
              <a:ext uri="{FF2B5EF4-FFF2-40B4-BE49-F238E27FC236}">
                <a16:creationId xmlns:a16="http://schemas.microsoft.com/office/drawing/2014/main" id="{EE45337A-29EA-48FF-A0F9-3E3B00BF8D58}"/>
              </a:ext>
            </a:extLst>
          </p:cNvPr>
          <p:cNvSpPr>
            <a:spLocks xmlns:a="http://schemas.openxmlformats.org/drawingml/2006/main" noGrp="1"/>
          </p:cNvSpPr>
          <p:nvPr/>
        </p:nvSpPr>
        <p:spPr>
          <a:xfrm xmlns:a="http://schemas.openxmlformats.org/drawingml/2006/main">
            <a:off x="6320880" y="4901040"/>
            <a:ext cx="230040" cy="214200"/>
          </a:xfrm>
          <a:custGeom xmlns:a="http://schemas.openxmlformats.org/drawingml/2006/main">
            <a:rect l="0" t="0" r="r" b="b"/>
            <a:pathLst>
              <a:path w="639" h="595">
                <a:moveTo>
                  <a:pt x="4" y="88"/>
                </a:moveTo>
                <a:cubicBezTo>
                  <a:pt x="-28" y="19"/>
                  <a:pt x="140" y="-18"/>
                  <a:pt x="198" y="9"/>
                </a:cubicBezTo>
                <a:cubicBezTo>
                  <a:pt x="198" y="48"/>
                  <a:pt x="198" y="86"/>
                  <a:pt x="198" y="125"/>
                </a:cubicBezTo>
                <a:cubicBezTo>
                  <a:pt x="133" y="112"/>
                  <a:pt x="27" y="136"/>
                  <a:pt x="4" y="88"/>
                </a:cubicBezTo>
                <a:moveTo>
                  <a:pt x="390" y="571"/>
                </a:moveTo>
                <a:cubicBezTo>
                  <a:pt x="390" y="537"/>
                  <a:pt x="503" y="469"/>
                  <a:pt x="639" y="469"/>
                </a:cubicBezTo>
                <a:cubicBezTo>
                  <a:pt x="639" y="511"/>
                  <a:pt x="639" y="553"/>
                  <a:pt x="639" y="595"/>
                </a:cubicBezTo>
                <a:cubicBezTo>
                  <a:pt x="556" y="587"/>
                  <a:pt x="390" y="606"/>
                  <a:pt x="390" y="57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0" name="">
            <a:extLst xmlns:a="http://schemas.openxmlformats.org/drawingml/2006/main">
              <a:ext uri="{FF2B5EF4-FFF2-40B4-BE49-F238E27FC236}">
                <a16:creationId xmlns:a16="http://schemas.microsoft.com/office/drawing/2014/main" id="{FBEE0FAD-5208-4384-A3F5-E7781B36C1DC}"/>
              </a:ext>
            </a:extLst>
          </p:cNvPr>
          <p:cNvSpPr>
            <a:spLocks xmlns:a="http://schemas.openxmlformats.org/drawingml/2006/main" noGrp="1"/>
          </p:cNvSpPr>
          <p:nvPr/>
        </p:nvSpPr>
        <p:spPr>
          <a:xfrm xmlns:a="http://schemas.openxmlformats.org/drawingml/2006/main">
            <a:off x="6404760" y="4830480"/>
            <a:ext cx="267480" cy="312840"/>
          </a:xfrm>
          <a:custGeom xmlns:a="http://schemas.openxmlformats.org/drawingml/2006/main">
            <a:rect l="0" t="0" r="r" b="b"/>
            <a:pathLst>
              <a:path w="743" h="869">
                <a:moveTo>
                  <a:pt x="714" y="335"/>
                </a:moveTo>
                <a:cubicBezTo>
                  <a:pt x="675" y="238"/>
                  <a:pt x="571" y="120"/>
                  <a:pt x="419" y="55"/>
                </a:cubicBezTo>
                <a:cubicBezTo>
                  <a:pt x="39" y="-111"/>
                  <a:pt x="-99" y="141"/>
                  <a:pt x="74" y="268"/>
                </a:cubicBezTo>
                <a:cubicBezTo>
                  <a:pt x="277" y="418"/>
                  <a:pt x="258" y="657"/>
                  <a:pt x="336" y="756"/>
                </a:cubicBezTo>
                <a:cubicBezTo>
                  <a:pt x="254" y="777"/>
                  <a:pt x="194" y="821"/>
                  <a:pt x="194" y="846"/>
                </a:cubicBezTo>
                <a:cubicBezTo>
                  <a:pt x="194" y="881"/>
                  <a:pt x="359" y="862"/>
                  <a:pt x="442" y="869"/>
                </a:cubicBezTo>
                <a:cubicBezTo>
                  <a:pt x="580" y="869"/>
                  <a:pt x="691" y="841"/>
                  <a:pt x="691" y="807"/>
                </a:cubicBezTo>
                <a:cubicBezTo>
                  <a:pt x="693" y="781"/>
                  <a:pt x="689" y="765"/>
                  <a:pt x="682" y="751"/>
                </a:cubicBezTo>
                <a:cubicBezTo>
                  <a:pt x="749" y="652"/>
                  <a:pt x="763" y="455"/>
                  <a:pt x="714" y="33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1" name="">
            <a:extLst xmlns:a="http://schemas.openxmlformats.org/drawingml/2006/main">
              <a:ext uri="{FF2B5EF4-FFF2-40B4-BE49-F238E27FC236}">
                <a16:creationId xmlns:a16="http://schemas.microsoft.com/office/drawing/2014/main" id="{7A329C3A-F58F-4BF6-A959-19CAD933A346}"/>
              </a:ext>
            </a:extLst>
          </p:cNvPr>
          <p:cNvSpPr>
            <a:spLocks xmlns:a="http://schemas.openxmlformats.org/drawingml/2006/main" noGrp="1"/>
          </p:cNvSpPr>
          <p:nvPr/>
        </p:nvSpPr>
        <p:spPr>
          <a:xfrm xmlns:a="http://schemas.openxmlformats.org/drawingml/2006/main">
            <a:off x="6508080" y="4936320"/>
            <a:ext cx="100080" cy="183960"/>
          </a:xfrm>
          <a:custGeom xmlns:a="http://schemas.openxmlformats.org/drawingml/2006/main">
            <a:rect l="0" t="0" r="r" b="b"/>
            <a:pathLst>
              <a:path w="278" h="511">
                <a:moveTo>
                  <a:pt x="255" y="0"/>
                </a:moveTo>
                <a:cubicBezTo>
                  <a:pt x="135" y="10"/>
                  <a:pt x="27" y="120"/>
                  <a:pt x="27" y="257"/>
                </a:cubicBezTo>
                <a:cubicBezTo>
                  <a:pt x="29" y="379"/>
                  <a:pt x="105" y="441"/>
                  <a:pt x="80" y="450"/>
                </a:cubicBezTo>
                <a:cubicBezTo>
                  <a:pt x="-123" y="522"/>
                  <a:pt x="107" y="469"/>
                  <a:pt x="268" y="510"/>
                </a:cubicBezTo>
                <a:cubicBezTo>
                  <a:pt x="319" y="524"/>
                  <a:pt x="160" y="347"/>
                  <a:pt x="160" y="206"/>
                </a:cubicBezTo>
                <a:cubicBezTo>
                  <a:pt x="160" y="120"/>
                  <a:pt x="197" y="47"/>
                  <a:pt x="255"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2" name="">
            <a:extLst xmlns:a="http://schemas.openxmlformats.org/drawingml/2006/main">
              <a:ext uri="{FF2B5EF4-FFF2-40B4-BE49-F238E27FC236}">
                <a16:creationId xmlns:a16="http://schemas.microsoft.com/office/drawing/2014/main" id="{E548C597-B690-4FF6-9713-74DCF03FBB22}"/>
              </a:ext>
            </a:extLst>
          </p:cNvPr>
          <p:cNvSpPr>
            <a:spLocks xmlns:a="http://schemas.openxmlformats.org/drawingml/2006/main" noGrp="1"/>
          </p:cNvSpPr>
          <p:nvPr/>
        </p:nvSpPr>
        <p:spPr>
          <a:xfrm xmlns:a="http://schemas.openxmlformats.org/drawingml/2006/main">
            <a:off x="6507000" y="4818960"/>
            <a:ext cx="180000" cy="281880"/>
          </a:xfrm>
          <a:custGeom xmlns:a="http://schemas.openxmlformats.org/drawingml/2006/main">
            <a:rect l="0" t="0" r="r" b="b"/>
            <a:pathLst>
              <a:path w="500" h="783">
                <a:moveTo>
                  <a:pt x="138" y="34"/>
                </a:moveTo>
                <a:cubicBezTo>
                  <a:pt x="87" y="18"/>
                  <a:pt x="41" y="7"/>
                  <a:pt x="0" y="0"/>
                </a:cubicBezTo>
                <a:cubicBezTo>
                  <a:pt x="4" y="18"/>
                  <a:pt x="7" y="39"/>
                  <a:pt x="9" y="57"/>
                </a:cubicBezTo>
                <a:cubicBezTo>
                  <a:pt x="293" y="129"/>
                  <a:pt x="567" y="417"/>
                  <a:pt x="399" y="783"/>
                </a:cubicBezTo>
                <a:cubicBezTo>
                  <a:pt x="480" y="669"/>
                  <a:pt x="500" y="572"/>
                  <a:pt x="500" y="424"/>
                </a:cubicBezTo>
                <a:cubicBezTo>
                  <a:pt x="500" y="265"/>
                  <a:pt x="279" y="78"/>
                  <a:pt x="138" y="3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3" name="">
            <a:extLst xmlns:a="http://schemas.openxmlformats.org/drawingml/2006/main">
              <a:ext uri="{FF2B5EF4-FFF2-40B4-BE49-F238E27FC236}">
                <a16:creationId xmlns:a16="http://schemas.microsoft.com/office/drawing/2014/main" id="{C75DD9C8-A47E-40BD-9C92-C26B7C1B83A5}"/>
              </a:ext>
            </a:extLst>
          </p:cNvPr>
          <p:cNvSpPr>
            <a:spLocks xmlns:a="http://schemas.openxmlformats.org/drawingml/2006/main" noGrp="1"/>
          </p:cNvSpPr>
          <p:nvPr/>
        </p:nvSpPr>
        <p:spPr>
          <a:xfrm xmlns:a="http://schemas.openxmlformats.org/drawingml/2006/main">
            <a:off x="6503400" y="4811400"/>
            <a:ext cx="196920" cy="290520"/>
          </a:xfrm>
          <a:custGeom xmlns:a="http://schemas.openxmlformats.org/drawingml/2006/main">
            <a:rect l="0" t="0" r="r" b="b"/>
            <a:pathLst>
              <a:path w="547" h="807">
                <a:moveTo>
                  <a:pt x="0" y="0"/>
                </a:moveTo>
                <a:cubicBezTo>
                  <a:pt x="10" y="14"/>
                  <a:pt x="14" y="32"/>
                  <a:pt x="17" y="51"/>
                </a:cubicBezTo>
                <a:cubicBezTo>
                  <a:pt x="259" y="118"/>
                  <a:pt x="490" y="272"/>
                  <a:pt x="490" y="547"/>
                </a:cubicBezTo>
                <a:cubicBezTo>
                  <a:pt x="490" y="609"/>
                  <a:pt x="453" y="748"/>
                  <a:pt x="407" y="807"/>
                </a:cubicBezTo>
                <a:cubicBezTo>
                  <a:pt x="497" y="743"/>
                  <a:pt x="547" y="591"/>
                  <a:pt x="547" y="445"/>
                </a:cubicBezTo>
                <a:cubicBezTo>
                  <a:pt x="550" y="215"/>
                  <a:pt x="377" y="78"/>
                  <a:pt x="171" y="23"/>
                </a:cubicBezTo>
                <a:cubicBezTo>
                  <a:pt x="109" y="7"/>
                  <a:pt x="53" y="0"/>
                  <a:pt x="0"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4" name="">
            <a:extLst xmlns:a="http://schemas.openxmlformats.org/drawingml/2006/main">
              <a:ext uri="{FF2B5EF4-FFF2-40B4-BE49-F238E27FC236}">
                <a16:creationId xmlns:a16="http://schemas.microsoft.com/office/drawing/2014/main" id="{74DBB5D3-2057-45F0-B3D4-2FD11F4E4755}"/>
              </a:ext>
            </a:extLst>
          </p:cNvPr>
          <p:cNvSpPr>
            <a:spLocks xmlns:a="http://schemas.openxmlformats.org/drawingml/2006/main" noGrp="1"/>
          </p:cNvSpPr>
          <p:nvPr/>
        </p:nvSpPr>
        <p:spPr>
          <a:xfrm xmlns:a="http://schemas.openxmlformats.org/drawingml/2006/main">
            <a:off x="6422760" y="4749120"/>
            <a:ext cx="46800" cy="48960"/>
          </a:xfrm>
          <a:custGeom xmlns:a="http://schemas.openxmlformats.org/drawingml/2006/main">
            <a:rect l="0" t="0" r="r" b="b"/>
            <a:pathLst>
              <a:path w="130" h="136">
                <a:moveTo>
                  <a:pt x="1" y="136"/>
                </a:moveTo>
                <a:cubicBezTo>
                  <a:pt x="-6" y="64"/>
                  <a:pt x="36" y="45"/>
                  <a:pt x="54" y="0"/>
                </a:cubicBezTo>
                <a:cubicBezTo>
                  <a:pt x="79" y="41"/>
                  <a:pt x="123" y="51"/>
                  <a:pt x="130" y="122"/>
                </a:cubicBezTo>
                <a:cubicBezTo>
                  <a:pt x="87" y="127"/>
                  <a:pt x="44" y="131"/>
                  <a:pt x="1" y="13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960" rIns="90000" bIns="39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5" name="">
            <a:extLst xmlns:a="http://schemas.openxmlformats.org/drawingml/2006/main">
              <a:ext uri="{FF2B5EF4-FFF2-40B4-BE49-F238E27FC236}">
                <a16:creationId xmlns:a16="http://schemas.microsoft.com/office/drawing/2014/main" id="{E6ECF1B5-6CA8-412D-920B-0C084D2C906B}"/>
              </a:ext>
            </a:extLst>
          </p:cNvPr>
          <p:cNvSpPr>
            <a:spLocks xmlns:a="http://schemas.openxmlformats.org/drawingml/2006/main" noGrp="1"/>
          </p:cNvSpPr>
          <p:nvPr/>
        </p:nvSpPr>
        <p:spPr>
          <a:xfrm xmlns:a="http://schemas.openxmlformats.org/drawingml/2006/main">
            <a:off x="6351120" y="4745880"/>
            <a:ext cx="162720" cy="192600"/>
          </a:xfrm>
          <a:custGeom xmlns:a="http://schemas.openxmlformats.org/drawingml/2006/main">
            <a:rect l="0" t="0" r="r" b="b"/>
            <a:pathLst>
              <a:path w="452" h="535">
                <a:moveTo>
                  <a:pt x="335" y="0"/>
                </a:moveTo>
                <a:cubicBezTo>
                  <a:pt x="308" y="41"/>
                  <a:pt x="261" y="50"/>
                  <a:pt x="252" y="122"/>
                </a:cubicBezTo>
                <a:cubicBezTo>
                  <a:pt x="128" y="127"/>
                  <a:pt x="-10" y="295"/>
                  <a:pt x="1" y="429"/>
                </a:cubicBezTo>
                <a:cubicBezTo>
                  <a:pt x="3" y="466"/>
                  <a:pt x="102" y="535"/>
                  <a:pt x="226" y="535"/>
                </a:cubicBezTo>
                <a:cubicBezTo>
                  <a:pt x="351" y="535"/>
                  <a:pt x="452" y="424"/>
                  <a:pt x="452" y="288"/>
                </a:cubicBezTo>
                <a:cubicBezTo>
                  <a:pt x="455" y="207"/>
                  <a:pt x="429" y="163"/>
                  <a:pt x="385" y="143"/>
                </a:cubicBezTo>
                <a:cubicBezTo>
                  <a:pt x="392" y="71"/>
                  <a:pt x="352" y="48"/>
                  <a:pt x="335"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6" name="">
            <a:extLst xmlns:a="http://schemas.openxmlformats.org/drawingml/2006/main">
              <a:ext uri="{FF2B5EF4-FFF2-40B4-BE49-F238E27FC236}">
                <a16:creationId xmlns:a16="http://schemas.microsoft.com/office/drawing/2014/main" id="{2B58B4A2-580D-4561-BB24-4E93F46CA50F}"/>
              </a:ext>
            </a:extLst>
          </p:cNvPr>
          <p:cNvSpPr>
            <a:spLocks xmlns:a="http://schemas.openxmlformats.org/drawingml/2006/main" noGrp="1"/>
          </p:cNvSpPr>
          <p:nvPr/>
        </p:nvSpPr>
        <p:spPr>
          <a:xfrm xmlns:a="http://schemas.openxmlformats.org/drawingml/2006/main">
            <a:off x="6446520" y="4768920"/>
            <a:ext cx="36360" cy="70560"/>
          </a:xfrm>
          <a:custGeom xmlns:a="http://schemas.openxmlformats.org/drawingml/2006/main">
            <a:rect l="0" t="0" r="r" b="b"/>
            <a:pathLst>
              <a:path w="101" h="196">
                <a:moveTo>
                  <a:pt x="40" y="194"/>
                </a:moveTo>
                <a:cubicBezTo>
                  <a:pt x="13" y="189"/>
                  <a:pt x="-9" y="189"/>
                  <a:pt x="3" y="90"/>
                </a:cubicBezTo>
                <a:cubicBezTo>
                  <a:pt x="10" y="37"/>
                  <a:pt x="43" y="30"/>
                  <a:pt x="63" y="0"/>
                </a:cubicBezTo>
                <a:cubicBezTo>
                  <a:pt x="76" y="35"/>
                  <a:pt x="104" y="51"/>
                  <a:pt x="100" y="104"/>
                </a:cubicBezTo>
                <a:cubicBezTo>
                  <a:pt x="88" y="203"/>
                  <a:pt x="68" y="199"/>
                  <a:pt x="40" y="19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560" rIns="90000" bIns="255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7" name="">
            <a:extLst xmlns:a="http://schemas.openxmlformats.org/drawingml/2006/main">
              <a:ext uri="{FF2B5EF4-FFF2-40B4-BE49-F238E27FC236}">
                <a16:creationId xmlns:a16="http://schemas.microsoft.com/office/drawing/2014/main" id="{7C0931A9-151F-49BC-B734-486C54D545D6}"/>
              </a:ext>
            </a:extLst>
          </p:cNvPr>
          <p:cNvSpPr>
            <a:spLocks xmlns:a="http://schemas.openxmlformats.org/drawingml/2006/main" noGrp="1"/>
          </p:cNvSpPr>
          <p:nvPr/>
        </p:nvSpPr>
        <p:spPr>
          <a:xfrm xmlns:a="http://schemas.openxmlformats.org/drawingml/2006/main">
            <a:off x="6388200" y="4827960"/>
            <a:ext cx="48960" cy="45000"/>
          </a:xfrm>
          <a:custGeom xmlns:a="http://schemas.openxmlformats.org/drawingml/2006/main">
            <a:rect l="0" t="0" r="r" b="b"/>
            <a:pathLst>
              <a:path w="136" h="125">
                <a:moveTo>
                  <a:pt x="60" y="125"/>
                </a:moveTo>
                <a:cubicBezTo>
                  <a:pt x="18" y="125"/>
                  <a:pt x="20" y="96"/>
                  <a:pt x="0" y="81"/>
                </a:cubicBezTo>
                <a:cubicBezTo>
                  <a:pt x="20" y="54"/>
                  <a:pt x="18" y="0"/>
                  <a:pt x="60" y="0"/>
                </a:cubicBezTo>
                <a:cubicBezTo>
                  <a:pt x="101" y="0"/>
                  <a:pt x="111" y="54"/>
                  <a:pt x="136" y="81"/>
                </a:cubicBezTo>
                <a:cubicBezTo>
                  <a:pt x="111" y="96"/>
                  <a:pt x="101" y="125"/>
                  <a:pt x="60" y="12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0" rIns="90000" bIns="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8" name="">
            <a:extLst xmlns:a="http://schemas.openxmlformats.org/drawingml/2006/main">
              <a:ext uri="{FF2B5EF4-FFF2-40B4-BE49-F238E27FC236}">
                <a16:creationId xmlns:a16="http://schemas.microsoft.com/office/drawing/2014/main" id="{1DA9E05B-653C-4EFF-98E2-E48ED0236D46}"/>
              </a:ext>
            </a:extLst>
          </p:cNvPr>
          <p:cNvSpPr>
            <a:spLocks xmlns:a="http://schemas.openxmlformats.org/drawingml/2006/main" noGrp="1"/>
          </p:cNvSpPr>
          <p:nvPr/>
        </p:nvSpPr>
        <p:spPr>
          <a:xfrm xmlns:a="http://schemas.openxmlformats.org/drawingml/2006/main">
            <a:off x="6395400" y="4838040"/>
            <a:ext cx="29880" cy="27360"/>
          </a:xfrm>
          <a:custGeom xmlns:a="http://schemas.openxmlformats.org/drawingml/2006/main">
            <a:rect l="0" t="0" r="r" b="b"/>
            <a:pathLst>
              <a:path w="83" h="76">
                <a:moveTo>
                  <a:pt x="37" y="76"/>
                </a:moveTo>
                <a:cubicBezTo>
                  <a:pt x="11" y="76"/>
                  <a:pt x="12" y="57"/>
                  <a:pt x="0" y="48"/>
                </a:cubicBezTo>
                <a:cubicBezTo>
                  <a:pt x="12" y="32"/>
                  <a:pt x="11" y="0"/>
                  <a:pt x="37" y="0"/>
                </a:cubicBezTo>
                <a:cubicBezTo>
                  <a:pt x="62" y="0"/>
                  <a:pt x="68" y="32"/>
                  <a:pt x="83" y="48"/>
                </a:cubicBezTo>
                <a:cubicBezTo>
                  <a:pt x="68" y="57"/>
                  <a:pt x="62" y="76"/>
                  <a:pt x="37" y="7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69" name="">
            <a:extLst xmlns:a="http://schemas.openxmlformats.org/drawingml/2006/main">
              <a:ext uri="{FF2B5EF4-FFF2-40B4-BE49-F238E27FC236}">
                <a16:creationId xmlns:a16="http://schemas.microsoft.com/office/drawing/2014/main" id="{E02203AC-D449-4F2C-BE00-C0711967F191}"/>
              </a:ext>
            </a:extLst>
          </p:cNvPr>
          <p:cNvSpPr>
            <a:spLocks xmlns:a="http://schemas.openxmlformats.org/drawingml/2006/main" noGrp="1"/>
          </p:cNvSpPr>
          <p:nvPr/>
        </p:nvSpPr>
        <p:spPr>
          <a:xfrm xmlns:a="http://schemas.openxmlformats.org/drawingml/2006/main">
            <a:off x="6381360" y="4843800"/>
            <a:ext cx="141480" cy="120960"/>
          </a:xfrm>
          <a:custGeom xmlns:a="http://schemas.openxmlformats.org/drawingml/2006/main">
            <a:rect l="0" t="0" r="r" b="b"/>
            <a:pathLst>
              <a:path w="393" h="336">
                <a:moveTo>
                  <a:pt x="275" y="27"/>
                </a:moveTo>
                <a:cubicBezTo>
                  <a:pt x="219" y="-43"/>
                  <a:pt x="218" y="43"/>
                  <a:pt x="189" y="50"/>
                </a:cubicBezTo>
                <a:cubicBezTo>
                  <a:pt x="198" y="53"/>
                  <a:pt x="206" y="56"/>
                  <a:pt x="215" y="59"/>
                </a:cubicBezTo>
                <a:cubicBezTo>
                  <a:pt x="200" y="66"/>
                  <a:pt x="184" y="73"/>
                  <a:pt x="169" y="80"/>
                </a:cubicBezTo>
                <a:cubicBezTo>
                  <a:pt x="173" y="84"/>
                  <a:pt x="176" y="88"/>
                  <a:pt x="180" y="91"/>
                </a:cubicBezTo>
                <a:cubicBezTo>
                  <a:pt x="172" y="91"/>
                  <a:pt x="165" y="91"/>
                  <a:pt x="157" y="91"/>
                </a:cubicBezTo>
                <a:cubicBezTo>
                  <a:pt x="162" y="95"/>
                  <a:pt x="166" y="99"/>
                  <a:pt x="171" y="103"/>
                </a:cubicBezTo>
                <a:cubicBezTo>
                  <a:pt x="168" y="106"/>
                  <a:pt x="165" y="108"/>
                  <a:pt x="162" y="110"/>
                </a:cubicBezTo>
                <a:cubicBezTo>
                  <a:pt x="146" y="100"/>
                  <a:pt x="129" y="96"/>
                  <a:pt x="111" y="96"/>
                </a:cubicBezTo>
                <a:cubicBezTo>
                  <a:pt x="51" y="96"/>
                  <a:pt x="0" y="149"/>
                  <a:pt x="0" y="216"/>
                </a:cubicBezTo>
                <a:cubicBezTo>
                  <a:pt x="0" y="283"/>
                  <a:pt x="49" y="336"/>
                  <a:pt x="111" y="336"/>
                </a:cubicBezTo>
                <a:cubicBezTo>
                  <a:pt x="171" y="336"/>
                  <a:pt x="222" y="283"/>
                  <a:pt x="222" y="216"/>
                </a:cubicBezTo>
                <a:cubicBezTo>
                  <a:pt x="222" y="214"/>
                  <a:pt x="222" y="212"/>
                  <a:pt x="222" y="209"/>
                </a:cubicBezTo>
                <a:cubicBezTo>
                  <a:pt x="236" y="213"/>
                  <a:pt x="249" y="217"/>
                  <a:pt x="263" y="220"/>
                </a:cubicBezTo>
                <a:cubicBezTo>
                  <a:pt x="260" y="210"/>
                  <a:pt x="257" y="199"/>
                  <a:pt x="254" y="188"/>
                </a:cubicBezTo>
                <a:cubicBezTo>
                  <a:pt x="270" y="188"/>
                  <a:pt x="286" y="188"/>
                  <a:pt x="302" y="188"/>
                </a:cubicBezTo>
                <a:cubicBezTo>
                  <a:pt x="295" y="182"/>
                  <a:pt x="288" y="176"/>
                  <a:pt x="282" y="170"/>
                </a:cubicBezTo>
                <a:cubicBezTo>
                  <a:pt x="305" y="153"/>
                  <a:pt x="328" y="135"/>
                  <a:pt x="351" y="117"/>
                </a:cubicBezTo>
                <a:cubicBezTo>
                  <a:pt x="337" y="117"/>
                  <a:pt x="323" y="117"/>
                  <a:pt x="309" y="117"/>
                </a:cubicBezTo>
                <a:cubicBezTo>
                  <a:pt x="330" y="104"/>
                  <a:pt x="352" y="91"/>
                  <a:pt x="374" y="77"/>
                </a:cubicBezTo>
                <a:cubicBezTo>
                  <a:pt x="359" y="77"/>
                  <a:pt x="344" y="77"/>
                  <a:pt x="329" y="77"/>
                </a:cubicBezTo>
                <a:cubicBezTo>
                  <a:pt x="354" y="75"/>
                  <a:pt x="421" y="23"/>
                  <a:pt x="379" y="38"/>
                </a:cubicBezTo>
                <a:cubicBezTo>
                  <a:pt x="337" y="52"/>
                  <a:pt x="309" y="31"/>
                  <a:pt x="275"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0" name="">
            <a:extLst xmlns:a="http://schemas.openxmlformats.org/drawingml/2006/main">
              <a:ext uri="{FF2B5EF4-FFF2-40B4-BE49-F238E27FC236}">
                <a16:creationId xmlns:a16="http://schemas.microsoft.com/office/drawing/2014/main" id="{4CF2DF05-8498-439D-ACE4-0F71232C2D4B}"/>
              </a:ext>
            </a:extLst>
          </p:cNvPr>
          <p:cNvSpPr>
            <a:spLocks xmlns:a="http://schemas.openxmlformats.org/drawingml/2006/main" noGrp="1"/>
          </p:cNvSpPr>
          <p:nvPr/>
        </p:nvSpPr>
        <p:spPr>
          <a:xfrm xmlns:a="http://schemas.openxmlformats.org/drawingml/2006/main">
            <a:off x="6336000" y="4925160"/>
            <a:ext cx="181440" cy="91800"/>
          </a:xfrm>
          <a:custGeom xmlns:a="http://schemas.openxmlformats.org/drawingml/2006/main">
            <a:rect l="0" t="0" r="r" b="b"/>
            <a:pathLst>
              <a:path w="504" h="255">
                <a:moveTo>
                  <a:pt x="197" y="126"/>
                </a:moveTo>
                <a:cubicBezTo>
                  <a:pt x="133" y="114"/>
                  <a:pt x="26" y="138"/>
                  <a:pt x="4" y="89"/>
                </a:cubicBezTo>
                <a:cubicBezTo>
                  <a:pt x="-28" y="20"/>
                  <a:pt x="167" y="-22"/>
                  <a:pt x="217" y="11"/>
                </a:cubicBezTo>
                <a:cubicBezTo>
                  <a:pt x="337" y="84"/>
                  <a:pt x="499" y="-58"/>
                  <a:pt x="504" y="156"/>
                </a:cubicBezTo>
                <a:cubicBezTo>
                  <a:pt x="506" y="209"/>
                  <a:pt x="379" y="364"/>
                  <a:pt x="197" y="12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1" name="">
            <a:extLst xmlns:a="http://schemas.openxmlformats.org/drawingml/2006/main">
              <a:ext uri="{FF2B5EF4-FFF2-40B4-BE49-F238E27FC236}">
                <a16:creationId xmlns:a16="http://schemas.microsoft.com/office/drawing/2014/main" id="{C4618BA9-E7B6-4F21-955C-F33220F36D33}"/>
              </a:ext>
            </a:extLst>
          </p:cNvPr>
          <p:cNvSpPr>
            <a:spLocks xmlns:a="http://schemas.openxmlformats.org/drawingml/2006/main" noGrp="1"/>
          </p:cNvSpPr>
          <p:nvPr/>
        </p:nvSpPr>
        <p:spPr>
          <a:xfrm xmlns:a="http://schemas.openxmlformats.org/drawingml/2006/main">
            <a:off x="9180000" y="4140000"/>
            <a:ext cx="180000" cy="900000"/>
          </a:xfrm>
          <a:prstGeom xmlns:a="http://schemas.openxmlformats.org/drawingml/2006/main" prst="rect">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2" name="">
            <a:extLst xmlns:a="http://schemas.openxmlformats.org/drawingml/2006/main">
              <a:ext uri="{FF2B5EF4-FFF2-40B4-BE49-F238E27FC236}">
                <a16:creationId xmlns:a16="http://schemas.microsoft.com/office/drawing/2014/main" id="{A762A89E-0F2A-4335-B311-D9CEBBDDABD4}"/>
              </a:ext>
            </a:extLst>
          </p:cNvPr>
          <p:cNvSpPr>
            <a:spLocks xmlns:a="http://schemas.openxmlformats.org/drawingml/2006/main" noGrp="1"/>
          </p:cNvSpPr>
          <p:nvPr/>
        </p:nvSpPr>
        <p:spPr>
          <a:xfrm xmlns:a="http://schemas.openxmlformats.org/drawingml/2006/main">
            <a:off x="8820000" y="4500000"/>
            <a:ext cx="90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3" name="">
            <a:extLst xmlns:a="http://schemas.openxmlformats.org/drawingml/2006/main">
              <a:ext uri="{FF2B5EF4-FFF2-40B4-BE49-F238E27FC236}">
                <a16:creationId xmlns:a16="http://schemas.microsoft.com/office/drawing/2014/main" id="{05F781AF-85D3-46C0-A14A-F14292234D1C}"/>
              </a:ext>
            </a:extLst>
          </p:cNvPr>
          <p:cNvSpPr>
            <a:spLocks xmlns:a="http://schemas.openxmlformats.org/drawingml/2006/main" noGrp="1"/>
          </p:cNvSpPr>
          <p:nvPr/>
        </p:nvSpPr>
        <p:spPr>
          <a:xfrm xmlns:a="http://schemas.openxmlformats.org/drawingml/2006/main">
            <a:off x="8910000" y="4320000"/>
            <a:ext cx="72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4" name="">
            <a:extLst xmlns:a="http://schemas.openxmlformats.org/drawingml/2006/main">
              <a:ext uri="{FF2B5EF4-FFF2-40B4-BE49-F238E27FC236}">
                <a16:creationId xmlns:a16="http://schemas.microsoft.com/office/drawing/2014/main" id="{A6105D5B-7ACD-460A-BA02-D262285F9E33}"/>
              </a:ext>
            </a:extLst>
          </p:cNvPr>
          <p:cNvSpPr>
            <a:spLocks xmlns:a="http://schemas.openxmlformats.org/drawingml/2006/main" noGrp="1"/>
          </p:cNvSpPr>
          <p:nvPr/>
        </p:nvSpPr>
        <p:spPr>
          <a:xfrm xmlns:a="http://schemas.openxmlformats.org/drawingml/2006/main">
            <a:off x="9000000" y="4140000"/>
            <a:ext cx="54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5" name="">
            <a:extLst xmlns:a="http://schemas.openxmlformats.org/drawingml/2006/main">
              <a:ext uri="{FF2B5EF4-FFF2-40B4-BE49-F238E27FC236}">
                <a16:creationId xmlns:a16="http://schemas.microsoft.com/office/drawing/2014/main" id="{E5E34323-44FE-45E7-8E7F-0B54F478FAD2}"/>
              </a:ext>
            </a:extLst>
          </p:cNvPr>
          <p:cNvSpPr>
            <a:spLocks xmlns:a="http://schemas.openxmlformats.org/drawingml/2006/main" noGrp="1"/>
          </p:cNvSpPr>
          <p:nvPr/>
        </p:nvSpPr>
        <p:spPr>
          <a:xfrm xmlns:a="http://schemas.openxmlformats.org/drawingml/2006/main">
            <a:off x="9090000" y="3960000"/>
            <a:ext cx="36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6" name="">
            <a:extLst xmlns:a="http://schemas.openxmlformats.org/drawingml/2006/main">
              <a:ext uri="{FF2B5EF4-FFF2-40B4-BE49-F238E27FC236}">
                <a16:creationId xmlns:a16="http://schemas.microsoft.com/office/drawing/2014/main" id="{B8FF932F-58E6-4CB2-8066-5306E1A02811}"/>
              </a:ext>
            </a:extLst>
          </p:cNvPr>
          <p:cNvSpPr>
            <a:spLocks xmlns:a="http://schemas.openxmlformats.org/drawingml/2006/main" noGrp="1"/>
          </p:cNvSpPr>
          <p:nvPr/>
        </p:nvSpPr>
        <p:spPr>
          <a:xfrm xmlns:a="http://schemas.openxmlformats.org/drawingml/2006/main">
            <a:off x="8190000" y="4140000"/>
            <a:ext cx="180000" cy="900000"/>
          </a:xfrm>
          <a:prstGeom xmlns:a="http://schemas.openxmlformats.org/drawingml/2006/main" prst="rect">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7" name="">
            <a:extLst xmlns:a="http://schemas.openxmlformats.org/drawingml/2006/main">
              <a:ext uri="{FF2B5EF4-FFF2-40B4-BE49-F238E27FC236}">
                <a16:creationId xmlns:a16="http://schemas.microsoft.com/office/drawing/2014/main" id="{1A5B06F3-E8B6-4210-A0BF-D46B527AAF23}"/>
              </a:ext>
            </a:extLst>
          </p:cNvPr>
          <p:cNvSpPr>
            <a:spLocks xmlns:a="http://schemas.openxmlformats.org/drawingml/2006/main" noGrp="1"/>
          </p:cNvSpPr>
          <p:nvPr/>
        </p:nvSpPr>
        <p:spPr>
          <a:xfrm xmlns:a="http://schemas.openxmlformats.org/drawingml/2006/main">
            <a:off x="7920000" y="4410000"/>
            <a:ext cx="72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8" name="">
            <a:extLst xmlns:a="http://schemas.openxmlformats.org/drawingml/2006/main">
              <a:ext uri="{FF2B5EF4-FFF2-40B4-BE49-F238E27FC236}">
                <a16:creationId xmlns:a16="http://schemas.microsoft.com/office/drawing/2014/main" id="{6045DA95-B06B-4E8C-B49B-C51CEC727370}"/>
              </a:ext>
            </a:extLst>
          </p:cNvPr>
          <p:cNvSpPr>
            <a:spLocks xmlns:a="http://schemas.openxmlformats.org/drawingml/2006/main" noGrp="1"/>
          </p:cNvSpPr>
          <p:nvPr/>
        </p:nvSpPr>
        <p:spPr>
          <a:xfrm xmlns:a="http://schemas.openxmlformats.org/drawingml/2006/main">
            <a:off x="8010000" y="4230000"/>
            <a:ext cx="54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79" name="">
            <a:extLst xmlns:a="http://schemas.openxmlformats.org/drawingml/2006/main">
              <a:ext uri="{FF2B5EF4-FFF2-40B4-BE49-F238E27FC236}">
                <a16:creationId xmlns:a16="http://schemas.microsoft.com/office/drawing/2014/main" id="{49A7741D-C6CD-4D0F-8AE9-8C7C4EADB11F}"/>
              </a:ext>
            </a:extLst>
          </p:cNvPr>
          <p:cNvSpPr>
            <a:spLocks xmlns:a="http://schemas.openxmlformats.org/drawingml/2006/main" noGrp="1"/>
          </p:cNvSpPr>
          <p:nvPr/>
        </p:nvSpPr>
        <p:spPr>
          <a:xfrm xmlns:a="http://schemas.openxmlformats.org/drawingml/2006/main">
            <a:off x="8100000" y="4050000"/>
            <a:ext cx="36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1" name="">
            <a:extLst xmlns:a="http://schemas.openxmlformats.org/drawingml/2006/main">
              <a:ext uri="{FF2B5EF4-FFF2-40B4-BE49-F238E27FC236}">
                <a16:creationId xmlns:a16="http://schemas.microsoft.com/office/drawing/2014/main" id="{009969AD-5949-4EA5-9409-E400904FF4B3}"/>
              </a:ext>
            </a:extLst>
          </p:cNvPr>
          <p:cNvSpPr>
            <a:spLocks xmlns:a="http://schemas.openxmlformats.org/drawingml/2006/main" noGrp="1"/>
          </p:cNvSpPr>
          <p:nvPr/>
        </p:nvSpPr>
        <p:spPr>
          <a:xfrm xmlns:a="http://schemas.openxmlformats.org/drawingml/2006/main" rot="0" flipH="0" flipV="0">
            <a:off x="8968680" y="3600000"/>
            <a:ext cx="87480" cy="156600"/>
          </a:xfrm>
          <a:custGeom xmlns:a="http://schemas.openxmlformats.org/drawingml/2006/main">
            <a:rect l="0" t="0" r="r" b="b"/>
            <a:pathLst>
              <a:path w="243"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2" name="">
            <a:extLst xmlns:a="http://schemas.openxmlformats.org/drawingml/2006/main">
              <a:ext uri="{FF2B5EF4-FFF2-40B4-BE49-F238E27FC236}">
                <a16:creationId xmlns:a16="http://schemas.microsoft.com/office/drawing/2014/main" id="{DD6A1E67-0C76-4F92-AD46-096534DDC6FC}"/>
              </a:ext>
            </a:extLst>
          </p:cNvPr>
          <p:cNvSpPr>
            <a:spLocks xmlns:a="http://schemas.openxmlformats.org/drawingml/2006/main" noGrp="1"/>
          </p:cNvSpPr>
          <p:nvPr/>
        </p:nvSpPr>
        <p:spPr>
          <a:xfrm xmlns:a="http://schemas.openxmlformats.org/drawingml/2006/main" rot="0" flipH="0" flipV="0">
            <a:off x="8820000" y="3600000"/>
            <a:ext cx="326520" cy="270000"/>
          </a:xfrm>
          <a:custGeom xmlns:a="http://schemas.openxmlformats.org/drawingml/2006/main">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3" name="">
            <a:extLst xmlns:a="http://schemas.openxmlformats.org/drawingml/2006/main">
              <a:ext uri="{FF2B5EF4-FFF2-40B4-BE49-F238E27FC236}">
                <a16:creationId xmlns:a16="http://schemas.microsoft.com/office/drawing/2014/main" id="{54BC848E-89A0-4333-9755-CC3EA5A87B43}"/>
              </a:ext>
            </a:extLst>
          </p:cNvPr>
          <p:cNvSpPr>
            <a:spLocks xmlns:a="http://schemas.openxmlformats.org/drawingml/2006/main" noGrp="1"/>
          </p:cNvSpPr>
          <p:nvPr/>
        </p:nvSpPr>
        <p:spPr>
          <a:xfrm xmlns:a="http://schemas.openxmlformats.org/drawingml/2006/main" rot="0" flipH="0" flipV="0">
            <a:off x="9140400" y="3718800"/>
            <a:ext cx="39600" cy="27360"/>
          </a:xfrm>
          <a:custGeom xmlns:a="http://schemas.openxmlformats.org/drawingml/2006/main">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4" name="">
            <a:extLst xmlns:a="http://schemas.openxmlformats.org/drawingml/2006/main">
              <a:ext uri="{FF2B5EF4-FFF2-40B4-BE49-F238E27FC236}">
                <a16:creationId xmlns:a16="http://schemas.microsoft.com/office/drawing/2014/main" id="{F0BD6492-3FA4-42DD-9C0E-33ABFD9BDAB0}"/>
              </a:ext>
            </a:extLst>
          </p:cNvPr>
          <p:cNvSpPr>
            <a:spLocks xmlns:a="http://schemas.openxmlformats.org/drawingml/2006/main" noGrp="1"/>
          </p:cNvSpPr>
          <p:nvPr/>
        </p:nvSpPr>
        <p:spPr>
          <a:xfrm xmlns:a="http://schemas.openxmlformats.org/drawingml/2006/main" rot="0" flipH="0" flipV="0">
            <a:off x="9094680" y="3720960"/>
            <a:ext cx="20880" cy="20160"/>
          </a:xfrm>
          <a:custGeom xmlns:a="http://schemas.openxmlformats.org/drawingml/2006/main">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5" name="">
            <a:extLst xmlns:a="http://schemas.openxmlformats.org/drawingml/2006/main">
              <a:ext uri="{FF2B5EF4-FFF2-40B4-BE49-F238E27FC236}">
                <a16:creationId xmlns:a16="http://schemas.microsoft.com/office/drawing/2014/main" id="{6A6CC93E-2C32-49CB-8D7A-41A99C5BD0E2}"/>
              </a:ext>
            </a:extLst>
          </p:cNvPr>
          <p:cNvSpPr>
            <a:spLocks xmlns:a="http://schemas.openxmlformats.org/drawingml/2006/main" noGrp="1"/>
          </p:cNvSpPr>
          <p:nvPr/>
        </p:nvSpPr>
        <p:spPr>
          <a:xfrm xmlns:a="http://schemas.openxmlformats.org/drawingml/2006/main" rot="0" flipH="0" flipV="0">
            <a:off x="8844480" y="3641760"/>
            <a:ext cx="50040" cy="20160"/>
          </a:xfrm>
          <a:custGeom xmlns:a="http://schemas.openxmlformats.org/drawingml/2006/main">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6" name="">
            <a:extLst xmlns:a="http://schemas.openxmlformats.org/drawingml/2006/main">
              <a:ext uri="{FF2B5EF4-FFF2-40B4-BE49-F238E27FC236}">
                <a16:creationId xmlns:a16="http://schemas.microsoft.com/office/drawing/2014/main" id="{244986AF-F9CA-4609-96E4-553A2B1EF296}"/>
              </a:ext>
            </a:extLst>
          </p:cNvPr>
          <p:cNvSpPr>
            <a:spLocks xmlns:a="http://schemas.openxmlformats.org/drawingml/2006/main" noGrp="1"/>
          </p:cNvSpPr>
          <p:nvPr/>
        </p:nvSpPr>
        <p:spPr>
          <a:xfrm xmlns:a="http://schemas.openxmlformats.org/drawingml/2006/main" rot="0" flipH="0" flipV="0">
            <a:off x="8861400" y="3690720"/>
            <a:ext cx="56880" cy="11520"/>
          </a:xfrm>
          <a:custGeom xmlns:a="http://schemas.openxmlformats.org/drawingml/2006/main">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3480" rIns="90000" bIns="-334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7" name="">
            <a:extLst xmlns:a="http://schemas.openxmlformats.org/drawingml/2006/main">
              <a:ext uri="{FF2B5EF4-FFF2-40B4-BE49-F238E27FC236}">
                <a16:creationId xmlns:a16="http://schemas.microsoft.com/office/drawing/2014/main" id="{FE8A54DF-FBC6-43A3-99F6-E664343A80F2}"/>
              </a:ext>
            </a:extLst>
          </p:cNvPr>
          <p:cNvSpPr>
            <a:spLocks xmlns:a="http://schemas.openxmlformats.org/drawingml/2006/main" noGrp="1"/>
          </p:cNvSpPr>
          <p:nvPr/>
        </p:nvSpPr>
        <p:spPr>
          <a:xfrm xmlns:a="http://schemas.openxmlformats.org/drawingml/2006/main" rot="0" flipH="0" flipV="0">
            <a:off x="8887320" y="3728520"/>
            <a:ext cx="51480" cy="7200"/>
          </a:xfrm>
          <a:custGeom xmlns:a="http://schemas.openxmlformats.org/drawingml/2006/main">
            <a:rect l="0" t="0" r="r" b="b"/>
            <a:pathLst>
              <a:path w="143" h="20">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7800" rIns="90000" bIns="-378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88" name="">
            <a:extLst xmlns:a="http://schemas.openxmlformats.org/drawingml/2006/main">
              <a:ext uri="{FF2B5EF4-FFF2-40B4-BE49-F238E27FC236}">
                <a16:creationId xmlns:a16="http://schemas.microsoft.com/office/drawing/2014/main" id="{4A6232C1-15B0-4D93-A531-3A23F3DAB232}"/>
              </a:ext>
            </a:extLst>
          </p:cNvPr>
          <p:cNvSpPr>
            <a:spLocks xmlns:a="http://schemas.openxmlformats.org/drawingml/2006/main" noGrp="1"/>
          </p:cNvSpPr>
          <p:nvPr/>
        </p:nvSpPr>
        <p:spPr>
          <a:xfrm xmlns:a="http://schemas.openxmlformats.org/drawingml/2006/main" rot="0" flipH="0" flipV="0">
            <a:off x="8919000" y="3765240"/>
            <a:ext cx="47160" cy="6840"/>
          </a:xfrm>
          <a:custGeom xmlns:a="http://schemas.openxmlformats.org/drawingml/2006/main">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8160" rIns="90000" bIns="-381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0" name="">
            <a:extLst xmlns:a="http://schemas.openxmlformats.org/drawingml/2006/main">
              <a:ext uri="{FF2B5EF4-FFF2-40B4-BE49-F238E27FC236}">
                <a16:creationId xmlns:a16="http://schemas.microsoft.com/office/drawing/2014/main" id="{6088C53D-83F8-49D9-B4C1-50735D929BDC}"/>
              </a:ext>
            </a:extLst>
          </p:cNvPr>
          <p:cNvSpPr>
            <a:spLocks xmlns:a="http://schemas.openxmlformats.org/drawingml/2006/main" noGrp="1"/>
          </p:cNvSpPr>
          <p:nvPr/>
        </p:nvSpPr>
        <p:spPr>
          <a:xfrm xmlns:a="http://schemas.openxmlformats.org/drawingml/2006/main" rot="0" flipH="0" flipV="0">
            <a:off x="8608680" y="3780000"/>
            <a:ext cx="87480" cy="156600"/>
          </a:xfrm>
          <a:custGeom xmlns:a="http://schemas.openxmlformats.org/drawingml/2006/main">
            <a:rect l="0" t="0" r="r" b="b"/>
            <a:pathLst>
              <a:path w="243"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1" name="">
            <a:extLst xmlns:a="http://schemas.openxmlformats.org/drawingml/2006/main">
              <a:ext uri="{FF2B5EF4-FFF2-40B4-BE49-F238E27FC236}">
                <a16:creationId xmlns:a16="http://schemas.microsoft.com/office/drawing/2014/main" id="{572E7752-D05C-4C82-B234-C99B481DE99B}"/>
              </a:ext>
            </a:extLst>
          </p:cNvPr>
          <p:cNvSpPr>
            <a:spLocks xmlns:a="http://schemas.openxmlformats.org/drawingml/2006/main" noGrp="1"/>
          </p:cNvSpPr>
          <p:nvPr/>
        </p:nvSpPr>
        <p:spPr>
          <a:xfrm xmlns:a="http://schemas.openxmlformats.org/drawingml/2006/main" rot="0" flipH="0" flipV="0">
            <a:off x="8460000" y="3780000"/>
            <a:ext cx="326520" cy="270000"/>
          </a:xfrm>
          <a:custGeom xmlns:a="http://schemas.openxmlformats.org/drawingml/2006/main">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2" name="">
            <a:extLst xmlns:a="http://schemas.openxmlformats.org/drawingml/2006/main">
              <a:ext uri="{FF2B5EF4-FFF2-40B4-BE49-F238E27FC236}">
                <a16:creationId xmlns:a16="http://schemas.microsoft.com/office/drawing/2014/main" id="{52CB2415-0408-41AD-9E0C-0E791F432B13}"/>
              </a:ext>
            </a:extLst>
          </p:cNvPr>
          <p:cNvSpPr>
            <a:spLocks xmlns:a="http://schemas.openxmlformats.org/drawingml/2006/main" noGrp="1"/>
          </p:cNvSpPr>
          <p:nvPr/>
        </p:nvSpPr>
        <p:spPr>
          <a:xfrm xmlns:a="http://schemas.openxmlformats.org/drawingml/2006/main" rot="0" flipH="0" flipV="0">
            <a:off x="8780400" y="3898800"/>
            <a:ext cx="39600" cy="27360"/>
          </a:xfrm>
          <a:custGeom xmlns:a="http://schemas.openxmlformats.org/drawingml/2006/main">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3" name="">
            <a:extLst xmlns:a="http://schemas.openxmlformats.org/drawingml/2006/main">
              <a:ext uri="{FF2B5EF4-FFF2-40B4-BE49-F238E27FC236}">
                <a16:creationId xmlns:a16="http://schemas.microsoft.com/office/drawing/2014/main" id="{FE03E6D4-3DB5-46DB-9AA5-95E54022B0E8}"/>
              </a:ext>
            </a:extLst>
          </p:cNvPr>
          <p:cNvSpPr>
            <a:spLocks xmlns:a="http://schemas.openxmlformats.org/drawingml/2006/main" noGrp="1"/>
          </p:cNvSpPr>
          <p:nvPr/>
        </p:nvSpPr>
        <p:spPr>
          <a:xfrm xmlns:a="http://schemas.openxmlformats.org/drawingml/2006/main" rot="0" flipH="0" flipV="0">
            <a:off x="8734680" y="3900960"/>
            <a:ext cx="20880" cy="20160"/>
          </a:xfrm>
          <a:custGeom xmlns:a="http://schemas.openxmlformats.org/drawingml/2006/main">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4" name="">
            <a:extLst xmlns:a="http://schemas.openxmlformats.org/drawingml/2006/main">
              <a:ext uri="{FF2B5EF4-FFF2-40B4-BE49-F238E27FC236}">
                <a16:creationId xmlns:a16="http://schemas.microsoft.com/office/drawing/2014/main" id="{348EA29C-DA1F-4181-8A13-9DCFD6FFE9FA}"/>
              </a:ext>
            </a:extLst>
          </p:cNvPr>
          <p:cNvSpPr>
            <a:spLocks xmlns:a="http://schemas.openxmlformats.org/drawingml/2006/main" noGrp="1"/>
          </p:cNvSpPr>
          <p:nvPr/>
        </p:nvSpPr>
        <p:spPr>
          <a:xfrm xmlns:a="http://schemas.openxmlformats.org/drawingml/2006/main" rot="0" flipH="0" flipV="0">
            <a:off x="8484480" y="3821760"/>
            <a:ext cx="50040" cy="20160"/>
          </a:xfrm>
          <a:custGeom xmlns:a="http://schemas.openxmlformats.org/drawingml/2006/main">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5" name="">
            <a:extLst xmlns:a="http://schemas.openxmlformats.org/drawingml/2006/main">
              <a:ext uri="{FF2B5EF4-FFF2-40B4-BE49-F238E27FC236}">
                <a16:creationId xmlns:a16="http://schemas.microsoft.com/office/drawing/2014/main" id="{E32B232E-3B19-4924-BDBC-7EC0B7CB1416}"/>
              </a:ext>
            </a:extLst>
          </p:cNvPr>
          <p:cNvSpPr>
            <a:spLocks xmlns:a="http://schemas.openxmlformats.org/drawingml/2006/main" noGrp="1"/>
          </p:cNvSpPr>
          <p:nvPr/>
        </p:nvSpPr>
        <p:spPr>
          <a:xfrm xmlns:a="http://schemas.openxmlformats.org/drawingml/2006/main" rot="0" flipH="0" flipV="0">
            <a:off x="8501400" y="3870720"/>
            <a:ext cx="56880" cy="11520"/>
          </a:xfrm>
          <a:custGeom xmlns:a="http://schemas.openxmlformats.org/drawingml/2006/main">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3480" rIns="90000" bIns="-334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6" name="">
            <a:extLst xmlns:a="http://schemas.openxmlformats.org/drawingml/2006/main">
              <a:ext uri="{FF2B5EF4-FFF2-40B4-BE49-F238E27FC236}">
                <a16:creationId xmlns:a16="http://schemas.microsoft.com/office/drawing/2014/main" id="{82B0B7D1-146F-4604-BB64-F3A7CAB1DEAA}"/>
              </a:ext>
            </a:extLst>
          </p:cNvPr>
          <p:cNvSpPr>
            <a:spLocks xmlns:a="http://schemas.openxmlformats.org/drawingml/2006/main" noGrp="1"/>
          </p:cNvSpPr>
          <p:nvPr/>
        </p:nvSpPr>
        <p:spPr>
          <a:xfrm xmlns:a="http://schemas.openxmlformats.org/drawingml/2006/main" rot="0" flipH="0" flipV="0">
            <a:off x="8527320" y="3908520"/>
            <a:ext cx="51480" cy="7200"/>
          </a:xfrm>
          <a:custGeom xmlns:a="http://schemas.openxmlformats.org/drawingml/2006/main">
            <a:rect l="0" t="0" r="r" b="b"/>
            <a:pathLst>
              <a:path w="143" h="20">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7800" rIns="90000" bIns="-378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97" name="">
            <a:extLst xmlns:a="http://schemas.openxmlformats.org/drawingml/2006/main">
              <a:ext uri="{FF2B5EF4-FFF2-40B4-BE49-F238E27FC236}">
                <a16:creationId xmlns:a16="http://schemas.microsoft.com/office/drawing/2014/main" id="{C7E987E1-4789-48BE-BCB8-8855CA44A74A}"/>
              </a:ext>
            </a:extLst>
          </p:cNvPr>
          <p:cNvSpPr>
            <a:spLocks xmlns:a="http://schemas.openxmlformats.org/drawingml/2006/main" noGrp="1"/>
          </p:cNvSpPr>
          <p:nvPr/>
        </p:nvSpPr>
        <p:spPr>
          <a:xfrm xmlns:a="http://schemas.openxmlformats.org/drawingml/2006/main" rot="0" flipH="0" flipV="0">
            <a:off x="8559000" y="3945240"/>
            <a:ext cx="47160" cy="6840"/>
          </a:xfrm>
          <a:custGeom xmlns:a="http://schemas.openxmlformats.org/drawingml/2006/main">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8160" rIns="90000" bIns="-381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Tree>
  </p:cSld>
</p:sldLayout>
</file>

<file path=ppt/slideLayouts/slideLayout3.xml><?xml version="1.0" encoding="utf-8"?>
<p:sldLayout xmlns:p="http://schemas.openxmlformats.org/presentationml/2006/main" preserve="1">
  <p:cSld name="Forestbird1">
    <p:spTree>
      <p:nvGrpSpPr>
        <p:cNvPr id="1" name=""/>
        <p:cNvGrpSpPr/>
        <p:nvPr/>
      </p:nvGrpSpPr>
      <p:grpSpPr>
        <a:xfrm xmlns:a="http://schemas.openxmlformats.org/drawingml/2006/main"/>
      </p:grpSpPr>
      <p:sp>
        <p:nvSpPr>
          <p:cNvPr id="184" name="">
            <a:extLst xmlns:a="http://schemas.openxmlformats.org/drawingml/2006/main">
              <a:ext uri="{FF2B5EF4-FFF2-40B4-BE49-F238E27FC236}">
                <a16:creationId xmlns:a16="http://schemas.microsoft.com/office/drawing/2014/main" id="{8A8258FF-C7F8-4C12-AB19-41CD416AE396}"/>
              </a:ext>
            </a:extLst>
          </p:cNvPr>
          <p:cNvSpPr>
            <a:spLocks xmlns:a="http://schemas.openxmlformats.org/drawingml/2006/main" noGrp="1"/>
          </p:cNvSpPr>
          <p:nvPr/>
        </p:nvSpPr>
        <p:spPr>
          <a:xfrm xmlns:a="http://schemas.openxmlformats.org/drawingml/2006/main">
            <a:off x="0" y="5040000"/>
            <a:ext cx="10080000" cy="630000"/>
          </a:xfrm>
          <a:prstGeom xmlns:a="http://schemas.openxmlformats.org/drawingml/2006/main" prst="rect">
            <a:avLst/>
          </a:prstGeom>
          <a:solidFill xmlns:a="http://schemas.openxmlformats.org/drawingml/2006/main">
            <a:srgbClr val="9ECF6C"/>
          </a:solidFill>
          <a:ln xmlns:a="http://schemas.openxmlformats.org/drawingml/2006/main" w="180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85" name="PlaceHolder 1">
            <a:extLst xmlns:a="http://schemas.openxmlformats.org/drawingml/2006/main">
              <a:ext uri="{FF2B5EF4-FFF2-40B4-BE49-F238E27FC236}">
                <a16:creationId xmlns:a16="http://schemas.microsoft.com/office/drawing/2014/main" id="{73FFEF02-23E4-4297-9EFC-31E91C679044}"/>
              </a:ext>
            </a:extLst>
          </p:cNvPr>
          <p:cNvSpPr>
            <a:spLocks xmlns:a="http://schemas.openxmlformats.org/drawingml/2006/main" noGrp="1"/>
          </p:cNvSpPr>
          <p:nvPr>
            <p:ph type="title" idx="0"/>
          </p:nvPr>
        </p:nvSpPr>
        <p:spPr>
          <a:xfrm xmlns:a="http://schemas.openxmlformats.org/drawingml/2006/main">
            <a:off x="540000" y="180000"/>
            <a:ext cx="9000000" cy="9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lvl1pPr indent="0" algn="ctr">
              <a:buNone/>
              <a:defRPr sz="3300" b="0" u="none" strike="noStrike">
                <a:solidFill>
                  <a:srgbClr val="000000"/>
                </a:solidFill>
                <a:latin typeface="Arial"/>
                <a:ea typeface="Arial"/>
                <a:cs typeface="Arial"/>
              </a:defRPr>
            </a:lvl1pPr>
          </a:lstStyle>
          <a:p xmlns:a="http://schemas.openxmlformats.org/drawingml/2006/main">
            <a:pPr indent="0" algn="ctr">
              <a:buNone/>
            </a:pPr>
            <a:r>
              <a:rPr sz="3300" b="0" u="none" strike="noStrike">
                <a:solidFill>
                  <a:srgbClr val="000000"/>
                </a:solidFill>
                <a:latin typeface="Arial"/>
                <a:ea typeface="Arial"/>
                <a:cs typeface="Arial"/>
              </a:rPr>
              <a:t>Click to edit the title text format</a:t>
            </a:r>
            <a:endParaRPr sz="3300" b="0" u="none" strike="noStrike">
              <a:solidFill>
                <a:srgbClr val="000000"/>
              </a:solidFill>
              <a:latin typeface="Arial"/>
              <a:ea typeface="Arial"/>
              <a:cs typeface="Arial"/>
            </a:endParaRPr>
          </a:p>
        </p:txBody>
      </p:sp>
      <p:sp>
        <p:nvSpPr>
          <p:cNvPr id="186" name="PlaceHolder 2">
            <a:extLst xmlns:a="http://schemas.openxmlformats.org/drawingml/2006/main">
              <a:ext uri="{FF2B5EF4-FFF2-40B4-BE49-F238E27FC236}">
                <a16:creationId xmlns:a16="http://schemas.microsoft.com/office/drawing/2014/main" id="{6189EA2F-653F-46DF-AF87-811CD077D379}"/>
              </a:ext>
            </a:extLst>
          </p:cNvPr>
          <p:cNvSpPr>
            <a:spLocks xmlns:a="http://schemas.openxmlformats.org/drawingml/2006/main" noGrp="1"/>
          </p:cNvSpPr>
          <p:nvPr>
            <p:ph type="dt" idx="7"/>
          </p:nvPr>
        </p:nvSpPr>
        <p:spPr>
          <a:xfrm xmlns:a="http://schemas.openxmlformats.org/drawingml/2006/main">
            <a:off x="50400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l">
              <a:buNone/>
              <a:defRPr sz="1400" b="0" u="none" strike="noStrike">
                <a:solidFill>
                  <a:srgbClr val="000000"/>
                </a:solidFill>
                <a:latin typeface="Arial"/>
                <a:ea typeface="Arial"/>
                <a:cs typeface="Arial"/>
              </a:defRPr>
            </a:lvl1pPr>
          </a:lstStyle>
          <a:p xmlns:a="http://schemas.openxmlformats.org/drawingml/2006/main">
            <a:pPr indent="0" algn="l">
              <a:buNone/>
            </a:pPr>
            <a:r>
              <a:rPr sz="1400" b="0" u="none" strike="noStrike">
                <a:solidFill>
                  <a:srgbClr val="000000"/>
                </a:solidFill>
                <a:latin typeface="Arial"/>
                <a:ea typeface="Arial"/>
                <a:cs typeface="Arial"/>
              </a:rPr>
              <a:t>&lt;date/time&gt;</a:t>
            </a:r>
            <a:endParaRPr sz="1400" b="0" u="none" strike="noStrike">
              <a:solidFill>
                <a:srgbClr val="000000"/>
              </a:solidFill>
              <a:latin typeface="Arial"/>
              <a:ea typeface="Arial"/>
              <a:cs typeface="Arial"/>
            </a:endParaRPr>
          </a:p>
        </p:txBody>
      </p:sp>
      <p:sp>
        <p:nvSpPr>
          <p:cNvPr id="187" name="PlaceHolder 3">
            <a:extLst xmlns:a="http://schemas.openxmlformats.org/drawingml/2006/main">
              <a:ext uri="{FF2B5EF4-FFF2-40B4-BE49-F238E27FC236}">
                <a16:creationId xmlns:a16="http://schemas.microsoft.com/office/drawing/2014/main" id="{FC546B44-7744-433E-B07C-ECD27DC12901}"/>
              </a:ext>
            </a:extLst>
          </p:cNvPr>
          <p:cNvSpPr>
            <a:spLocks xmlns:a="http://schemas.openxmlformats.org/drawingml/2006/main" noGrp="1"/>
          </p:cNvSpPr>
          <p:nvPr>
            <p:ph type="ftr" idx="8"/>
          </p:nvPr>
        </p:nvSpPr>
        <p:spPr>
          <a:xfrm xmlns:a="http://schemas.openxmlformats.org/drawingml/2006/main">
            <a:off x="3447360" y="5165280"/>
            <a:ext cx="319500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ctr">
              <a:buNone/>
              <a:defRPr sz="1400" b="0" u="none" strike="noStrike">
                <a:solidFill>
                  <a:srgbClr val="000000"/>
                </a:solidFill>
                <a:latin typeface="Arial"/>
                <a:ea typeface="Arial"/>
                <a:cs typeface="Arial"/>
              </a:defRPr>
            </a:lvl1pPr>
          </a:lstStyle>
          <a:p xmlns:a="http://schemas.openxmlformats.org/drawingml/2006/main">
            <a:pPr indent="0" algn="ctr">
              <a:buNone/>
            </a:pPr>
            <a:r>
              <a:rPr sz="1400" b="0" u="none" strike="noStrike">
                <a:solidFill>
                  <a:srgbClr val="000000"/>
                </a:solidFill>
                <a:latin typeface="Arial"/>
                <a:ea typeface="Arial"/>
                <a:cs typeface="Arial"/>
              </a:rPr>
              <a:t>&lt;footer&gt;</a:t>
            </a:r>
            <a:endParaRPr sz="1400" b="0" u="none" strike="noStrike">
              <a:solidFill>
                <a:srgbClr val="000000"/>
              </a:solidFill>
              <a:latin typeface="Arial"/>
              <a:ea typeface="Arial"/>
              <a:cs typeface="Arial"/>
            </a:endParaRPr>
          </a:p>
        </p:txBody>
      </p:sp>
      <p:sp>
        <p:nvSpPr>
          <p:cNvPr id="188" name="PlaceHolder 4">
            <a:extLst xmlns:a="http://schemas.openxmlformats.org/drawingml/2006/main">
              <a:ext uri="{FF2B5EF4-FFF2-40B4-BE49-F238E27FC236}">
                <a16:creationId xmlns:a16="http://schemas.microsoft.com/office/drawing/2014/main" id="{D5B0A515-39A7-4AAD-BDCF-3D5367BBC6B4}"/>
              </a:ext>
            </a:extLst>
          </p:cNvPr>
          <p:cNvSpPr>
            <a:spLocks xmlns:a="http://schemas.openxmlformats.org/drawingml/2006/main" noGrp="1"/>
          </p:cNvSpPr>
          <p:nvPr>
            <p:ph type="sldNum" idx="9"/>
          </p:nvPr>
        </p:nvSpPr>
        <p:spPr>
          <a:xfrm xmlns:a="http://schemas.openxmlformats.org/drawingml/2006/main">
            <a:off x="722736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r">
              <a:buNone/>
              <a:defRPr sz="1400" b="0" u="none" strike="noStrike">
                <a:solidFill>
                  <a:srgbClr val="000000"/>
                </a:solidFill>
                <a:latin typeface="Arial"/>
                <a:ea typeface="Arial"/>
                <a:cs typeface="Arial"/>
              </a:defRPr>
            </a:lvl1pPr>
          </a:lstStyle>
          <a:p xmlns:a="http://schemas.openxmlformats.org/drawingml/2006/main">
            <a:pPr indent="0" algn="r">
              <a:buNone/>
            </a:pPr>
            <a:fld id="{E6E739C0-8EC4-4CAE-BA0F-3D0BFC40FD17}" type="slidenum">
              <a:rPr sz="1400" b="0" u="none" strike="noStrike">
                <a:solidFill>
                  <a:srgbClr val="000000"/>
                </a:solidFill>
                <a:latin typeface="Arial"/>
                <a:ea typeface="Arial"/>
                <a:cs typeface="Arial"/>
              </a:rPr>
              <a:t>&lt;number&gt;</a:t>
            </a:fld>
            <a:endParaRPr sz="1400" b="0" u="none" strike="noStrike">
              <a:solidFill>
                <a:srgbClr val="000000"/>
              </a:solidFill>
              <a:latin typeface="Arial"/>
              <a:ea typeface="Arial"/>
              <a:cs typeface="Arial"/>
            </a:endParaRPr>
          </a:p>
        </p:txBody>
      </p:sp>
      <p:sp>
        <p:nvSpPr>
          <p:cNvPr id="189" name="">
            <a:extLst xmlns:a="http://schemas.openxmlformats.org/drawingml/2006/main">
              <a:ext uri="{FF2B5EF4-FFF2-40B4-BE49-F238E27FC236}">
                <a16:creationId xmlns:a16="http://schemas.microsoft.com/office/drawing/2014/main" id="{F370848F-E50A-4FAC-A910-73455DB36B83}"/>
              </a:ext>
            </a:extLst>
          </p:cNvPr>
          <p:cNvSpPr>
            <a:spLocks xmlns:a="http://schemas.openxmlformats.org/drawingml/2006/main" noGrp="1"/>
          </p:cNvSpPr>
          <p:nvPr/>
        </p:nvSpPr>
        <p:spPr>
          <a:xfrm xmlns:a="http://schemas.openxmlformats.org/drawingml/2006/main">
            <a:off x="9180000" y="4140000"/>
            <a:ext cx="180000" cy="900000"/>
          </a:xfrm>
          <a:prstGeom xmlns:a="http://schemas.openxmlformats.org/drawingml/2006/main" prst="rect">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0" name="">
            <a:extLst xmlns:a="http://schemas.openxmlformats.org/drawingml/2006/main">
              <a:ext uri="{FF2B5EF4-FFF2-40B4-BE49-F238E27FC236}">
                <a16:creationId xmlns:a16="http://schemas.microsoft.com/office/drawing/2014/main" id="{94B0BDE0-25BD-4A05-922D-EC621101CB6A}"/>
              </a:ext>
            </a:extLst>
          </p:cNvPr>
          <p:cNvSpPr>
            <a:spLocks xmlns:a="http://schemas.openxmlformats.org/drawingml/2006/main" noGrp="1"/>
          </p:cNvSpPr>
          <p:nvPr/>
        </p:nvSpPr>
        <p:spPr>
          <a:xfrm xmlns:a="http://schemas.openxmlformats.org/drawingml/2006/main">
            <a:off x="8820360" y="4500000"/>
            <a:ext cx="90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1" name="">
            <a:extLst xmlns:a="http://schemas.openxmlformats.org/drawingml/2006/main">
              <a:ext uri="{FF2B5EF4-FFF2-40B4-BE49-F238E27FC236}">
                <a16:creationId xmlns:a16="http://schemas.microsoft.com/office/drawing/2014/main" id="{1BAC24D9-728D-4063-B431-89FDA79A7ED6}"/>
              </a:ext>
            </a:extLst>
          </p:cNvPr>
          <p:cNvSpPr>
            <a:spLocks xmlns:a="http://schemas.openxmlformats.org/drawingml/2006/main" noGrp="1"/>
          </p:cNvSpPr>
          <p:nvPr/>
        </p:nvSpPr>
        <p:spPr>
          <a:xfrm xmlns:a="http://schemas.openxmlformats.org/drawingml/2006/main">
            <a:off x="8910360" y="4320000"/>
            <a:ext cx="72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2" name="">
            <a:extLst xmlns:a="http://schemas.openxmlformats.org/drawingml/2006/main">
              <a:ext uri="{FF2B5EF4-FFF2-40B4-BE49-F238E27FC236}">
                <a16:creationId xmlns:a16="http://schemas.microsoft.com/office/drawing/2014/main" id="{3C6081DA-B2DC-4EE5-B4FC-487E0E683DC5}"/>
              </a:ext>
            </a:extLst>
          </p:cNvPr>
          <p:cNvSpPr>
            <a:spLocks xmlns:a="http://schemas.openxmlformats.org/drawingml/2006/main" noGrp="1"/>
          </p:cNvSpPr>
          <p:nvPr/>
        </p:nvSpPr>
        <p:spPr>
          <a:xfrm xmlns:a="http://schemas.openxmlformats.org/drawingml/2006/main">
            <a:off x="9000000" y="4140000"/>
            <a:ext cx="54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3" name="">
            <a:extLst xmlns:a="http://schemas.openxmlformats.org/drawingml/2006/main">
              <a:ext uri="{FF2B5EF4-FFF2-40B4-BE49-F238E27FC236}">
                <a16:creationId xmlns:a16="http://schemas.microsoft.com/office/drawing/2014/main" id="{69F2A664-0976-4E6D-A505-EDCE684F4094}"/>
              </a:ext>
            </a:extLst>
          </p:cNvPr>
          <p:cNvSpPr>
            <a:spLocks xmlns:a="http://schemas.openxmlformats.org/drawingml/2006/main" noGrp="1"/>
          </p:cNvSpPr>
          <p:nvPr/>
        </p:nvSpPr>
        <p:spPr>
          <a:xfrm xmlns:a="http://schemas.openxmlformats.org/drawingml/2006/main">
            <a:off x="9090360" y="3960000"/>
            <a:ext cx="36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4" name="">
            <a:extLst xmlns:a="http://schemas.openxmlformats.org/drawingml/2006/main">
              <a:ext uri="{FF2B5EF4-FFF2-40B4-BE49-F238E27FC236}">
                <a16:creationId xmlns:a16="http://schemas.microsoft.com/office/drawing/2014/main" id="{BC49E7C0-D75A-45B2-AAFF-FE360EA7A87D}"/>
              </a:ext>
            </a:extLst>
          </p:cNvPr>
          <p:cNvSpPr>
            <a:spLocks xmlns:a="http://schemas.openxmlformats.org/drawingml/2006/main" noGrp="1"/>
          </p:cNvSpPr>
          <p:nvPr/>
        </p:nvSpPr>
        <p:spPr>
          <a:xfrm xmlns:a="http://schemas.openxmlformats.org/drawingml/2006/main">
            <a:off x="8190000" y="4140000"/>
            <a:ext cx="180000" cy="900000"/>
          </a:xfrm>
          <a:prstGeom xmlns:a="http://schemas.openxmlformats.org/drawingml/2006/main" prst="rect">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5" name="">
            <a:extLst xmlns:a="http://schemas.openxmlformats.org/drawingml/2006/main">
              <a:ext uri="{FF2B5EF4-FFF2-40B4-BE49-F238E27FC236}">
                <a16:creationId xmlns:a16="http://schemas.microsoft.com/office/drawing/2014/main" id="{136E9D3B-870E-44F4-BBD5-71F7B2082D81}"/>
              </a:ext>
            </a:extLst>
          </p:cNvPr>
          <p:cNvSpPr>
            <a:spLocks xmlns:a="http://schemas.openxmlformats.org/drawingml/2006/main" noGrp="1"/>
          </p:cNvSpPr>
          <p:nvPr/>
        </p:nvSpPr>
        <p:spPr>
          <a:xfrm xmlns:a="http://schemas.openxmlformats.org/drawingml/2006/main">
            <a:off x="7920360" y="4410000"/>
            <a:ext cx="72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6" name="">
            <a:extLst xmlns:a="http://schemas.openxmlformats.org/drawingml/2006/main">
              <a:ext uri="{FF2B5EF4-FFF2-40B4-BE49-F238E27FC236}">
                <a16:creationId xmlns:a16="http://schemas.microsoft.com/office/drawing/2014/main" id="{40664C8F-2347-4626-BB75-9D837036B38E}"/>
              </a:ext>
            </a:extLst>
          </p:cNvPr>
          <p:cNvSpPr>
            <a:spLocks xmlns:a="http://schemas.openxmlformats.org/drawingml/2006/main" noGrp="1"/>
          </p:cNvSpPr>
          <p:nvPr/>
        </p:nvSpPr>
        <p:spPr>
          <a:xfrm xmlns:a="http://schemas.openxmlformats.org/drawingml/2006/main">
            <a:off x="8010000" y="4230000"/>
            <a:ext cx="54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7" name="">
            <a:extLst xmlns:a="http://schemas.openxmlformats.org/drawingml/2006/main">
              <a:ext uri="{FF2B5EF4-FFF2-40B4-BE49-F238E27FC236}">
                <a16:creationId xmlns:a16="http://schemas.microsoft.com/office/drawing/2014/main" id="{3F29CAEA-43E7-476B-AEB0-59DA017511B8}"/>
              </a:ext>
            </a:extLst>
          </p:cNvPr>
          <p:cNvSpPr>
            <a:spLocks xmlns:a="http://schemas.openxmlformats.org/drawingml/2006/main" noGrp="1"/>
          </p:cNvSpPr>
          <p:nvPr/>
        </p:nvSpPr>
        <p:spPr>
          <a:xfrm xmlns:a="http://schemas.openxmlformats.org/drawingml/2006/main">
            <a:off x="8100000" y="4050000"/>
            <a:ext cx="360000" cy="270000"/>
          </a:xfrm>
          <a:prstGeom xmlns:a="http://schemas.openxmlformats.org/drawingml/2006/main" prst="roundRect">
            <a:avLst>
              <a:gd name="adj" fmla="val 50000"/>
            </a:avLst>
          </a:prstGeom>
          <a:solidFill xmlns:a="http://schemas.openxmlformats.org/drawingml/2006/main">
            <a:srgbClr val="74B531"/>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199" name="">
            <a:extLst xmlns:a="http://schemas.openxmlformats.org/drawingml/2006/main">
              <a:ext uri="{FF2B5EF4-FFF2-40B4-BE49-F238E27FC236}">
                <a16:creationId xmlns:a16="http://schemas.microsoft.com/office/drawing/2014/main" id="{0C344B14-61D7-4CD3-A65D-EC8B7AC82997}"/>
              </a:ext>
            </a:extLst>
          </p:cNvPr>
          <p:cNvSpPr>
            <a:spLocks xmlns:a="http://schemas.openxmlformats.org/drawingml/2006/main" noGrp="1"/>
          </p:cNvSpPr>
          <p:nvPr/>
        </p:nvSpPr>
        <p:spPr>
          <a:xfrm xmlns:a="http://schemas.openxmlformats.org/drawingml/2006/main" rot="0" flipH="0" flipV="0">
            <a:off x="8788680" y="3690000"/>
            <a:ext cx="87480" cy="156600"/>
          </a:xfrm>
          <a:custGeom xmlns:a="http://schemas.openxmlformats.org/drawingml/2006/main">
            <a:rect l="0" t="0" r="r" b="b"/>
            <a:pathLst>
              <a:path w="243"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0" name="">
            <a:extLst xmlns:a="http://schemas.openxmlformats.org/drawingml/2006/main">
              <a:ext uri="{FF2B5EF4-FFF2-40B4-BE49-F238E27FC236}">
                <a16:creationId xmlns:a16="http://schemas.microsoft.com/office/drawing/2014/main" id="{BA1D6285-2E48-4867-BADA-434D1CDD8DCE}"/>
              </a:ext>
            </a:extLst>
          </p:cNvPr>
          <p:cNvSpPr>
            <a:spLocks xmlns:a="http://schemas.openxmlformats.org/drawingml/2006/main" noGrp="1"/>
          </p:cNvSpPr>
          <p:nvPr/>
        </p:nvSpPr>
        <p:spPr>
          <a:xfrm xmlns:a="http://schemas.openxmlformats.org/drawingml/2006/main" rot="0" flipH="0" flipV="0">
            <a:off x="8640000" y="3690000"/>
            <a:ext cx="326520" cy="270000"/>
          </a:xfrm>
          <a:custGeom xmlns:a="http://schemas.openxmlformats.org/drawingml/2006/main">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1" name="">
            <a:extLst xmlns:a="http://schemas.openxmlformats.org/drawingml/2006/main">
              <a:ext uri="{FF2B5EF4-FFF2-40B4-BE49-F238E27FC236}">
                <a16:creationId xmlns:a16="http://schemas.microsoft.com/office/drawing/2014/main" id="{BE1C585F-3706-43EA-8243-4EC751F514B6}"/>
              </a:ext>
            </a:extLst>
          </p:cNvPr>
          <p:cNvSpPr>
            <a:spLocks xmlns:a="http://schemas.openxmlformats.org/drawingml/2006/main" noGrp="1"/>
          </p:cNvSpPr>
          <p:nvPr/>
        </p:nvSpPr>
        <p:spPr>
          <a:xfrm xmlns:a="http://schemas.openxmlformats.org/drawingml/2006/main" rot="0" flipH="0" flipV="0">
            <a:off x="8960400" y="3808800"/>
            <a:ext cx="39600" cy="27360"/>
          </a:xfrm>
          <a:custGeom xmlns:a="http://schemas.openxmlformats.org/drawingml/2006/main">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2" name="">
            <a:extLst xmlns:a="http://schemas.openxmlformats.org/drawingml/2006/main">
              <a:ext uri="{FF2B5EF4-FFF2-40B4-BE49-F238E27FC236}">
                <a16:creationId xmlns:a16="http://schemas.microsoft.com/office/drawing/2014/main" id="{AB86A2EE-06EE-487A-B9AA-1D1E7FB4335B}"/>
              </a:ext>
            </a:extLst>
          </p:cNvPr>
          <p:cNvSpPr>
            <a:spLocks xmlns:a="http://schemas.openxmlformats.org/drawingml/2006/main" noGrp="1"/>
          </p:cNvSpPr>
          <p:nvPr/>
        </p:nvSpPr>
        <p:spPr>
          <a:xfrm xmlns:a="http://schemas.openxmlformats.org/drawingml/2006/main" rot="0" flipH="0" flipV="0">
            <a:off x="8914680" y="3810960"/>
            <a:ext cx="20880" cy="20160"/>
          </a:xfrm>
          <a:custGeom xmlns:a="http://schemas.openxmlformats.org/drawingml/2006/main">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3" name="">
            <a:extLst xmlns:a="http://schemas.openxmlformats.org/drawingml/2006/main">
              <a:ext uri="{FF2B5EF4-FFF2-40B4-BE49-F238E27FC236}">
                <a16:creationId xmlns:a16="http://schemas.microsoft.com/office/drawing/2014/main" id="{73A0DF66-12CA-4D07-B746-0C37551056EB}"/>
              </a:ext>
            </a:extLst>
          </p:cNvPr>
          <p:cNvSpPr>
            <a:spLocks xmlns:a="http://schemas.openxmlformats.org/drawingml/2006/main" noGrp="1"/>
          </p:cNvSpPr>
          <p:nvPr/>
        </p:nvSpPr>
        <p:spPr>
          <a:xfrm xmlns:a="http://schemas.openxmlformats.org/drawingml/2006/main" rot="0" flipH="0" flipV="0">
            <a:off x="8664480" y="3731760"/>
            <a:ext cx="50040" cy="20160"/>
          </a:xfrm>
          <a:custGeom xmlns:a="http://schemas.openxmlformats.org/drawingml/2006/main">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4" name="">
            <a:extLst xmlns:a="http://schemas.openxmlformats.org/drawingml/2006/main">
              <a:ext uri="{FF2B5EF4-FFF2-40B4-BE49-F238E27FC236}">
                <a16:creationId xmlns:a16="http://schemas.microsoft.com/office/drawing/2014/main" id="{E44A74B6-A2BB-4B74-BB01-6156F8074660}"/>
              </a:ext>
            </a:extLst>
          </p:cNvPr>
          <p:cNvSpPr>
            <a:spLocks xmlns:a="http://schemas.openxmlformats.org/drawingml/2006/main" noGrp="1"/>
          </p:cNvSpPr>
          <p:nvPr/>
        </p:nvSpPr>
        <p:spPr>
          <a:xfrm xmlns:a="http://schemas.openxmlformats.org/drawingml/2006/main" rot="0" flipH="0" flipV="0">
            <a:off x="8681400" y="3780720"/>
            <a:ext cx="56880" cy="11520"/>
          </a:xfrm>
          <a:custGeom xmlns:a="http://schemas.openxmlformats.org/drawingml/2006/main">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3480" rIns="90000" bIns="-334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5" name="">
            <a:extLst xmlns:a="http://schemas.openxmlformats.org/drawingml/2006/main">
              <a:ext uri="{FF2B5EF4-FFF2-40B4-BE49-F238E27FC236}">
                <a16:creationId xmlns:a16="http://schemas.microsoft.com/office/drawing/2014/main" id="{787A09DB-C388-4184-A03A-9A52955B0116}"/>
              </a:ext>
            </a:extLst>
          </p:cNvPr>
          <p:cNvSpPr>
            <a:spLocks xmlns:a="http://schemas.openxmlformats.org/drawingml/2006/main" noGrp="1"/>
          </p:cNvSpPr>
          <p:nvPr/>
        </p:nvSpPr>
        <p:spPr>
          <a:xfrm xmlns:a="http://schemas.openxmlformats.org/drawingml/2006/main" rot="0" flipH="0" flipV="0">
            <a:off x="8707320" y="3818520"/>
            <a:ext cx="51480" cy="7200"/>
          </a:xfrm>
          <a:custGeom xmlns:a="http://schemas.openxmlformats.org/drawingml/2006/main">
            <a:rect l="0" t="0" r="r" b="b"/>
            <a:pathLst>
              <a:path w="143" h="20">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7800" rIns="90000" bIns="-378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6" name="">
            <a:extLst xmlns:a="http://schemas.openxmlformats.org/drawingml/2006/main">
              <a:ext uri="{FF2B5EF4-FFF2-40B4-BE49-F238E27FC236}">
                <a16:creationId xmlns:a16="http://schemas.microsoft.com/office/drawing/2014/main" id="{D4607A51-2CC4-4F15-A992-A7359FADC4FA}"/>
              </a:ext>
            </a:extLst>
          </p:cNvPr>
          <p:cNvSpPr>
            <a:spLocks xmlns:a="http://schemas.openxmlformats.org/drawingml/2006/main" noGrp="1"/>
          </p:cNvSpPr>
          <p:nvPr/>
        </p:nvSpPr>
        <p:spPr>
          <a:xfrm xmlns:a="http://schemas.openxmlformats.org/drawingml/2006/main" rot="0" flipH="0" flipV="0">
            <a:off x="8739000" y="3855240"/>
            <a:ext cx="47160" cy="6840"/>
          </a:xfrm>
          <a:custGeom xmlns:a="http://schemas.openxmlformats.org/drawingml/2006/main">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8160" rIns="90000" bIns="-381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8" name="">
            <a:extLst xmlns:a="http://schemas.openxmlformats.org/drawingml/2006/main">
              <a:ext uri="{FF2B5EF4-FFF2-40B4-BE49-F238E27FC236}">
                <a16:creationId xmlns:a16="http://schemas.microsoft.com/office/drawing/2014/main" id="{5AD9BB8A-1FCE-48DD-BAEE-65793B352609}"/>
              </a:ext>
            </a:extLst>
          </p:cNvPr>
          <p:cNvSpPr>
            <a:spLocks xmlns:a="http://schemas.openxmlformats.org/drawingml/2006/main" noGrp="1"/>
          </p:cNvSpPr>
          <p:nvPr/>
        </p:nvSpPr>
        <p:spPr>
          <a:xfrm xmlns:a="http://schemas.openxmlformats.org/drawingml/2006/main" rot="0" flipH="0" flipV="0">
            <a:off x="9328680" y="3510000"/>
            <a:ext cx="87480" cy="156600"/>
          </a:xfrm>
          <a:custGeom xmlns:a="http://schemas.openxmlformats.org/drawingml/2006/main">
            <a:rect l="0" t="0" r="r" b="b"/>
            <a:pathLst>
              <a:path w="243" h="435">
                <a:moveTo>
                  <a:pt x="200" y="140"/>
                </a:moveTo>
                <a:cubicBezTo>
                  <a:pt x="157" y="59"/>
                  <a:pt x="65" y="-11"/>
                  <a:pt x="27" y="1"/>
                </a:cubicBezTo>
                <a:cubicBezTo>
                  <a:pt x="-1" y="14"/>
                  <a:pt x="31" y="68"/>
                  <a:pt x="57" y="97"/>
                </a:cubicBezTo>
                <a:cubicBezTo>
                  <a:pt x="60" y="99"/>
                  <a:pt x="58" y="103"/>
                  <a:pt x="54" y="103"/>
                </a:cubicBezTo>
                <a:cubicBezTo>
                  <a:pt x="42" y="100"/>
                  <a:pt x="28" y="100"/>
                  <a:pt x="22" y="107"/>
                </a:cubicBezTo>
                <a:cubicBezTo>
                  <a:pt x="8" y="124"/>
                  <a:pt x="28" y="148"/>
                  <a:pt x="45" y="164"/>
                </a:cubicBezTo>
                <a:cubicBezTo>
                  <a:pt x="48" y="166"/>
                  <a:pt x="46" y="171"/>
                  <a:pt x="42" y="170"/>
                </a:cubicBezTo>
                <a:cubicBezTo>
                  <a:pt x="27" y="167"/>
                  <a:pt x="12" y="167"/>
                  <a:pt x="7" y="173"/>
                </a:cubicBezTo>
                <a:cubicBezTo>
                  <a:pt x="-14" y="198"/>
                  <a:pt x="17" y="271"/>
                  <a:pt x="35" y="298"/>
                </a:cubicBezTo>
                <a:cubicBezTo>
                  <a:pt x="57" y="330"/>
                  <a:pt x="80" y="362"/>
                  <a:pt x="109" y="387"/>
                </a:cubicBezTo>
                <a:cubicBezTo>
                  <a:pt x="139" y="413"/>
                  <a:pt x="176" y="432"/>
                  <a:pt x="215" y="435"/>
                </a:cubicBezTo>
                <a:cubicBezTo>
                  <a:pt x="217" y="435"/>
                  <a:pt x="219" y="435"/>
                  <a:pt x="220" y="435"/>
                </a:cubicBezTo>
                <a:cubicBezTo>
                  <a:pt x="222" y="434"/>
                  <a:pt x="223" y="431"/>
                  <a:pt x="224" y="429"/>
                </a:cubicBezTo>
                <a:cubicBezTo>
                  <a:pt x="231" y="411"/>
                  <a:pt x="233" y="404"/>
                  <a:pt x="236" y="389"/>
                </a:cubicBezTo>
                <a:cubicBezTo>
                  <a:pt x="239" y="328"/>
                  <a:pt x="262" y="259"/>
                  <a:pt x="200" y="14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09" name="">
            <a:extLst xmlns:a="http://schemas.openxmlformats.org/drawingml/2006/main">
              <a:ext uri="{FF2B5EF4-FFF2-40B4-BE49-F238E27FC236}">
                <a16:creationId xmlns:a16="http://schemas.microsoft.com/office/drawing/2014/main" id="{6246BA89-B3F7-4F19-8F08-52389217AB93}"/>
              </a:ext>
            </a:extLst>
          </p:cNvPr>
          <p:cNvSpPr>
            <a:spLocks xmlns:a="http://schemas.openxmlformats.org/drawingml/2006/main" noGrp="1"/>
          </p:cNvSpPr>
          <p:nvPr/>
        </p:nvSpPr>
        <p:spPr>
          <a:xfrm xmlns:a="http://schemas.openxmlformats.org/drawingml/2006/main" rot="0" flipH="0" flipV="0">
            <a:off x="9180000" y="3510000"/>
            <a:ext cx="326520" cy="270000"/>
          </a:xfrm>
          <a:custGeom xmlns:a="http://schemas.openxmlformats.org/drawingml/2006/main">
            <a:rect l="0" t="0" r="r" b="b"/>
            <a:pathLst>
              <a:path w="907" h="750">
                <a:moveTo>
                  <a:pt x="752" y="285"/>
                </a:moveTo>
                <a:cubicBezTo>
                  <a:pt x="700" y="293"/>
                  <a:pt x="647" y="342"/>
                  <a:pt x="620" y="386"/>
                </a:cubicBezTo>
                <a:cubicBezTo>
                  <a:pt x="619" y="389"/>
                  <a:pt x="616" y="392"/>
                  <a:pt x="613" y="393"/>
                </a:cubicBezTo>
                <a:cubicBezTo>
                  <a:pt x="609" y="393"/>
                  <a:pt x="606" y="390"/>
                  <a:pt x="603" y="388"/>
                </a:cubicBezTo>
                <a:cubicBezTo>
                  <a:pt x="575" y="362"/>
                  <a:pt x="538" y="329"/>
                  <a:pt x="492" y="272"/>
                </a:cubicBezTo>
                <a:cubicBezTo>
                  <a:pt x="472" y="247"/>
                  <a:pt x="373" y="128"/>
                  <a:pt x="276" y="60"/>
                </a:cubicBezTo>
                <a:cubicBezTo>
                  <a:pt x="192" y="2"/>
                  <a:pt x="86" y="-13"/>
                  <a:pt x="50" y="11"/>
                </a:cubicBezTo>
                <a:cubicBezTo>
                  <a:pt x="33" y="22"/>
                  <a:pt x="30" y="47"/>
                  <a:pt x="37" y="66"/>
                </a:cubicBezTo>
                <a:cubicBezTo>
                  <a:pt x="45" y="85"/>
                  <a:pt x="71" y="107"/>
                  <a:pt x="91" y="116"/>
                </a:cubicBezTo>
                <a:cubicBezTo>
                  <a:pt x="66" y="113"/>
                  <a:pt x="34" y="133"/>
                  <a:pt x="34" y="157"/>
                </a:cubicBezTo>
                <a:cubicBezTo>
                  <a:pt x="34" y="199"/>
                  <a:pt x="109" y="245"/>
                  <a:pt x="133" y="252"/>
                </a:cubicBezTo>
                <a:cubicBezTo>
                  <a:pt x="112" y="253"/>
                  <a:pt x="95" y="277"/>
                  <a:pt x="100" y="297"/>
                </a:cubicBezTo>
                <a:cubicBezTo>
                  <a:pt x="109" y="336"/>
                  <a:pt x="181" y="354"/>
                  <a:pt x="203" y="357"/>
                </a:cubicBezTo>
                <a:cubicBezTo>
                  <a:pt x="183" y="361"/>
                  <a:pt x="172" y="386"/>
                  <a:pt x="179" y="405"/>
                </a:cubicBezTo>
                <a:cubicBezTo>
                  <a:pt x="190" y="435"/>
                  <a:pt x="262" y="454"/>
                  <a:pt x="282" y="458"/>
                </a:cubicBezTo>
                <a:cubicBezTo>
                  <a:pt x="264" y="474"/>
                  <a:pt x="271" y="500"/>
                  <a:pt x="290" y="514"/>
                </a:cubicBezTo>
                <a:cubicBezTo>
                  <a:pt x="306" y="527"/>
                  <a:pt x="328" y="535"/>
                  <a:pt x="349" y="538"/>
                </a:cubicBezTo>
                <a:cubicBezTo>
                  <a:pt x="295" y="532"/>
                  <a:pt x="232" y="524"/>
                  <a:pt x="179" y="523"/>
                </a:cubicBezTo>
                <a:cubicBezTo>
                  <a:pt x="127" y="522"/>
                  <a:pt x="48" y="539"/>
                  <a:pt x="0" y="582"/>
                </a:cubicBezTo>
                <a:cubicBezTo>
                  <a:pt x="69" y="610"/>
                  <a:pt x="149" y="669"/>
                  <a:pt x="180" y="750"/>
                </a:cubicBezTo>
                <a:cubicBezTo>
                  <a:pt x="231" y="748"/>
                  <a:pt x="267" y="720"/>
                  <a:pt x="307" y="690"/>
                </a:cubicBezTo>
                <a:cubicBezTo>
                  <a:pt x="313" y="685"/>
                  <a:pt x="319" y="680"/>
                  <a:pt x="327" y="679"/>
                </a:cubicBezTo>
                <a:cubicBezTo>
                  <a:pt x="332" y="679"/>
                  <a:pt x="338" y="680"/>
                  <a:pt x="343" y="682"/>
                </a:cubicBezTo>
                <a:cubicBezTo>
                  <a:pt x="365" y="689"/>
                  <a:pt x="466" y="740"/>
                  <a:pt x="594" y="734"/>
                </a:cubicBezTo>
                <a:cubicBezTo>
                  <a:pt x="692" y="729"/>
                  <a:pt x="777" y="688"/>
                  <a:pt x="817" y="613"/>
                </a:cubicBezTo>
                <a:cubicBezTo>
                  <a:pt x="856" y="540"/>
                  <a:pt x="860" y="462"/>
                  <a:pt x="864" y="440"/>
                </a:cubicBezTo>
                <a:cubicBezTo>
                  <a:pt x="868" y="419"/>
                  <a:pt x="888" y="408"/>
                  <a:pt x="907" y="402"/>
                </a:cubicBezTo>
                <a:cubicBezTo>
                  <a:pt x="905" y="381"/>
                  <a:pt x="908" y="354"/>
                  <a:pt x="905" y="332"/>
                </a:cubicBezTo>
                <a:cubicBezTo>
                  <a:pt x="865" y="299"/>
                  <a:pt x="804" y="277"/>
                  <a:pt x="752" y="28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0" name="">
            <a:extLst xmlns:a="http://schemas.openxmlformats.org/drawingml/2006/main">
              <a:ext uri="{FF2B5EF4-FFF2-40B4-BE49-F238E27FC236}">
                <a16:creationId xmlns:a16="http://schemas.microsoft.com/office/drawing/2014/main" id="{FD3EBD7D-531C-49C0-84B9-BC9261BA9633}"/>
              </a:ext>
            </a:extLst>
          </p:cNvPr>
          <p:cNvSpPr>
            <a:spLocks xmlns:a="http://schemas.openxmlformats.org/drawingml/2006/main" noGrp="1"/>
          </p:cNvSpPr>
          <p:nvPr/>
        </p:nvSpPr>
        <p:spPr>
          <a:xfrm xmlns:a="http://schemas.openxmlformats.org/drawingml/2006/main" rot="0" flipH="0" flipV="0">
            <a:off x="9500400" y="3628800"/>
            <a:ext cx="39600" cy="27360"/>
          </a:xfrm>
          <a:custGeom xmlns:a="http://schemas.openxmlformats.org/drawingml/2006/main">
            <a:rect l="0" t="0" r="r" b="b"/>
            <a:pathLst>
              <a:path w="110" h="76">
                <a:moveTo>
                  <a:pt x="24" y="1"/>
                </a:moveTo>
                <a:cubicBezTo>
                  <a:pt x="21" y="0"/>
                  <a:pt x="17" y="0"/>
                  <a:pt x="14" y="0"/>
                </a:cubicBezTo>
                <a:cubicBezTo>
                  <a:pt x="8" y="1"/>
                  <a:pt x="6" y="3"/>
                  <a:pt x="4" y="8"/>
                </a:cubicBezTo>
                <a:cubicBezTo>
                  <a:pt x="-2" y="20"/>
                  <a:pt x="0" y="60"/>
                  <a:pt x="3" y="68"/>
                </a:cubicBezTo>
                <a:cubicBezTo>
                  <a:pt x="5" y="73"/>
                  <a:pt x="8" y="76"/>
                  <a:pt x="14" y="76"/>
                </a:cubicBezTo>
                <a:cubicBezTo>
                  <a:pt x="16" y="76"/>
                  <a:pt x="19" y="75"/>
                  <a:pt x="21" y="74"/>
                </a:cubicBezTo>
                <a:cubicBezTo>
                  <a:pt x="28" y="72"/>
                  <a:pt x="36" y="69"/>
                  <a:pt x="44" y="67"/>
                </a:cubicBezTo>
                <a:cubicBezTo>
                  <a:pt x="64" y="60"/>
                  <a:pt x="83" y="54"/>
                  <a:pt x="102" y="47"/>
                </a:cubicBezTo>
                <a:cubicBezTo>
                  <a:pt x="105" y="46"/>
                  <a:pt x="109" y="45"/>
                  <a:pt x="110" y="42"/>
                </a:cubicBezTo>
                <a:cubicBezTo>
                  <a:pt x="111" y="38"/>
                  <a:pt x="107" y="34"/>
                  <a:pt x="104" y="31"/>
                </a:cubicBezTo>
                <a:cubicBezTo>
                  <a:pt x="78" y="19"/>
                  <a:pt x="51" y="9"/>
                  <a:pt x="24" y="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1" name="">
            <a:extLst xmlns:a="http://schemas.openxmlformats.org/drawingml/2006/main">
              <a:ext uri="{FF2B5EF4-FFF2-40B4-BE49-F238E27FC236}">
                <a16:creationId xmlns:a16="http://schemas.microsoft.com/office/drawing/2014/main" id="{587092A9-55D2-4728-9433-57A9F71B6B6C}"/>
              </a:ext>
            </a:extLst>
          </p:cNvPr>
          <p:cNvSpPr>
            <a:spLocks xmlns:a="http://schemas.openxmlformats.org/drawingml/2006/main" noGrp="1"/>
          </p:cNvSpPr>
          <p:nvPr/>
        </p:nvSpPr>
        <p:spPr>
          <a:xfrm xmlns:a="http://schemas.openxmlformats.org/drawingml/2006/main" rot="0" flipH="0" flipV="0">
            <a:off x="9454680" y="3630960"/>
            <a:ext cx="20880" cy="20160"/>
          </a:xfrm>
          <a:custGeom xmlns:a="http://schemas.openxmlformats.org/drawingml/2006/main">
            <a:rect l="0" t="0" r="r" b="b"/>
            <a:pathLst>
              <a:path w="58" h="56">
                <a:moveTo>
                  <a:pt x="0" y="28"/>
                </a:moveTo>
                <a:cubicBezTo>
                  <a:pt x="0" y="33"/>
                  <a:pt x="2" y="38"/>
                  <a:pt x="4" y="42"/>
                </a:cubicBezTo>
                <a:cubicBezTo>
                  <a:pt x="6" y="46"/>
                  <a:pt x="10" y="50"/>
                  <a:pt x="14" y="52"/>
                </a:cubicBezTo>
                <a:cubicBezTo>
                  <a:pt x="19" y="55"/>
                  <a:pt x="24" y="56"/>
                  <a:pt x="29" y="56"/>
                </a:cubicBezTo>
                <a:cubicBezTo>
                  <a:pt x="34" y="56"/>
                  <a:pt x="39" y="55"/>
                  <a:pt x="43" y="52"/>
                </a:cubicBezTo>
                <a:cubicBezTo>
                  <a:pt x="48" y="50"/>
                  <a:pt x="52" y="46"/>
                  <a:pt x="54" y="42"/>
                </a:cubicBezTo>
                <a:cubicBezTo>
                  <a:pt x="57" y="38"/>
                  <a:pt x="58" y="33"/>
                  <a:pt x="58" y="28"/>
                </a:cubicBezTo>
                <a:cubicBezTo>
                  <a:pt x="58" y="23"/>
                  <a:pt x="57" y="18"/>
                  <a:pt x="54" y="14"/>
                </a:cubicBezTo>
                <a:cubicBezTo>
                  <a:pt x="51" y="10"/>
                  <a:pt x="48" y="6"/>
                  <a:pt x="43" y="4"/>
                </a:cubicBezTo>
                <a:cubicBezTo>
                  <a:pt x="39" y="1"/>
                  <a:pt x="34" y="0"/>
                  <a:pt x="29" y="0"/>
                </a:cubicBezTo>
                <a:cubicBezTo>
                  <a:pt x="24" y="0"/>
                  <a:pt x="19" y="1"/>
                  <a:pt x="14" y="4"/>
                </a:cubicBezTo>
                <a:cubicBezTo>
                  <a:pt x="10" y="6"/>
                  <a:pt x="6" y="10"/>
                  <a:pt x="4" y="14"/>
                </a:cubicBezTo>
                <a:cubicBezTo>
                  <a:pt x="2" y="18"/>
                  <a:pt x="0" y="23"/>
                  <a:pt x="0" y="2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2" name="">
            <a:extLst xmlns:a="http://schemas.openxmlformats.org/drawingml/2006/main">
              <a:ext uri="{FF2B5EF4-FFF2-40B4-BE49-F238E27FC236}">
                <a16:creationId xmlns:a16="http://schemas.microsoft.com/office/drawing/2014/main" id="{E82D22A7-6D98-44E6-97FA-61C1A75F09BE}"/>
              </a:ext>
            </a:extLst>
          </p:cNvPr>
          <p:cNvSpPr>
            <a:spLocks xmlns:a="http://schemas.openxmlformats.org/drawingml/2006/main" noGrp="1"/>
          </p:cNvSpPr>
          <p:nvPr/>
        </p:nvSpPr>
        <p:spPr>
          <a:xfrm xmlns:a="http://schemas.openxmlformats.org/drawingml/2006/main" rot="0" flipH="0" flipV="0">
            <a:off x="9204480" y="3551760"/>
            <a:ext cx="50040" cy="20160"/>
          </a:xfrm>
          <a:custGeom xmlns:a="http://schemas.openxmlformats.org/drawingml/2006/main">
            <a:rect l="0" t="0" r="r" b="b"/>
            <a:pathLst>
              <a:path w="139" h="56">
                <a:moveTo>
                  <a:pt x="77" y="27"/>
                </a:moveTo>
                <a:cubicBezTo>
                  <a:pt x="80" y="29"/>
                  <a:pt x="100" y="38"/>
                  <a:pt x="118" y="45"/>
                </a:cubicBezTo>
                <a:cubicBezTo>
                  <a:pt x="127" y="48"/>
                  <a:pt x="139" y="52"/>
                  <a:pt x="139" y="54"/>
                </a:cubicBezTo>
                <a:cubicBezTo>
                  <a:pt x="139" y="58"/>
                  <a:pt x="128" y="56"/>
                  <a:pt x="119" y="54"/>
                </a:cubicBezTo>
                <a:cubicBezTo>
                  <a:pt x="96" y="49"/>
                  <a:pt x="71" y="41"/>
                  <a:pt x="50" y="30"/>
                </a:cubicBezTo>
                <a:cubicBezTo>
                  <a:pt x="44" y="28"/>
                  <a:pt x="9" y="9"/>
                  <a:pt x="0" y="3"/>
                </a:cubicBezTo>
                <a:cubicBezTo>
                  <a:pt x="7" y="0"/>
                  <a:pt x="17" y="0"/>
                  <a:pt x="24" y="0"/>
                </a:cubicBezTo>
                <a:cubicBezTo>
                  <a:pt x="42" y="11"/>
                  <a:pt x="58" y="19"/>
                  <a:pt x="77"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4840" rIns="90000" bIns="-24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3" name="">
            <a:extLst xmlns:a="http://schemas.openxmlformats.org/drawingml/2006/main">
              <a:ext uri="{FF2B5EF4-FFF2-40B4-BE49-F238E27FC236}">
                <a16:creationId xmlns:a16="http://schemas.microsoft.com/office/drawing/2014/main" id="{ABA43C20-4825-4D7F-B04D-333E5019A501}"/>
              </a:ext>
            </a:extLst>
          </p:cNvPr>
          <p:cNvSpPr>
            <a:spLocks xmlns:a="http://schemas.openxmlformats.org/drawingml/2006/main" noGrp="1"/>
          </p:cNvSpPr>
          <p:nvPr/>
        </p:nvSpPr>
        <p:spPr>
          <a:xfrm xmlns:a="http://schemas.openxmlformats.org/drawingml/2006/main" rot="0" flipH="0" flipV="0">
            <a:off x="9221400" y="3600720"/>
            <a:ext cx="56880" cy="11520"/>
          </a:xfrm>
          <a:custGeom xmlns:a="http://schemas.openxmlformats.org/drawingml/2006/main">
            <a:rect l="0" t="0" r="r" b="b"/>
            <a:pathLst>
              <a:path w="158" h="32">
                <a:moveTo>
                  <a:pt x="125" y="23"/>
                </a:moveTo>
                <a:cubicBezTo>
                  <a:pt x="136" y="25"/>
                  <a:pt x="158" y="25"/>
                  <a:pt x="158" y="29"/>
                </a:cubicBezTo>
                <a:cubicBezTo>
                  <a:pt x="158" y="32"/>
                  <a:pt x="139" y="32"/>
                  <a:pt x="127" y="32"/>
                </a:cubicBezTo>
                <a:cubicBezTo>
                  <a:pt x="84" y="32"/>
                  <a:pt x="37" y="26"/>
                  <a:pt x="0" y="8"/>
                </a:cubicBezTo>
                <a:cubicBezTo>
                  <a:pt x="4" y="4"/>
                  <a:pt x="13" y="0"/>
                  <a:pt x="19" y="0"/>
                </a:cubicBezTo>
                <a:cubicBezTo>
                  <a:pt x="60" y="16"/>
                  <a:pt x="110" y="21"/>
                  <a:pt x="125" y="2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3480" rIns="90000" bIns="-334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4" name="">
            <a:extLst xmlns:a="http://schemas.openxmlformats.org/drawingml/2006/main">
              <a:ext uri="{FF2B5EF4-FFF2-40B4-BE49-F238E27FC236}">
                <a16:creationId xmlns:a16="http://schemas.microsoft.com/office/drawing/2014/main" id="{33869D27-E05E-4EC2-A92F-E51992C786C7}"/>
              </a:ext>
            </a:extLst>
          </p:cNvPr>
          <p:cNvSpPr>
            <a:spLocks xmlns:a="http://schemas.openxmlformats.org/drawingml/2006/main" noGrp="1"/>
          </p:cNvSpPr>
          <p:nvPr/>
        </p:nvSpPr>
        <p:spPr>
          <a:xfrm xmlns:a="http://schemas.openxmlformats.org/drawingml/2006/main" rot="0" flipH="0" flipV="0">
            <a:off x="9247320" y="3638520"/>
            <a:ext cx="51480" cy="7200"/>
          </a:xfrm>
          <a:custGeom xmlns:a="http://schemas.openxmlformats.org/drawingml/2006/main">
            <a:rect l="0" t="0" r="r" b="b"/>
            <a:pathLst>
              <a:path w="143" h="20">
                <a:moveTo>
                  <a:pt x="106" y="9"/>
                </a:moveTo>
                <a:cubicBezTo>
                  <a:pt x="126" y="11"/>
                  <a:pt x="142" y="9"/>
                  <a:pt x="143" y="12"/>
                </a:cubicBezTo>
                <a:cubicBezTo>
                  <a:pt x="144" y="17"/>
                  <a:pt x="123" y="18"/>
                  <a:pt x="112" y="18"/>
                </a:cubicBezTo>
                <a:cubicBezTo>
                  <a:pt x="79" y="20"/>
                  <a:pt x="56" y="22"/>
                  <a:pt x="19" y="15"/>
                </a:cubicBezTo>
                <a:cubicBezTo>
                  <a:pt x="15" y="15"/>
                  <a:pt x="-1" y="12"/>
                  <a:pt x="0" y="10"/>
                </a:cubicBezTo>
                <a:cubicBezTo>
                  <a:pt x="3" y="6"/>
                  <a:pt x="11" y="1"/>
                  <a:pt x="16" y="0"/>
                </a:cubicBezTo>
                <a:cubicBezTo>
                  <a:pt x="37" y="5"/>
                  <a:pt x="85" y="8"/>
                  <a:pt x="106" y="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7800" rIns="90000" bIns="-378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5" name="">
            <a:extLst xmlns:a="http://schemas.openxmlformats.org/drawingml/2006/main">
              <a:ext uri="{FF2B5EF4-FFF2-40B4-BE49-F238E27FC236}">
                <a16:creationId xmlns:a16="http://schemas.microsoft.com/office/drawing/2014/main" id="{2FA07A02-10A6-4E35-AE8B-B21DFBE72E92}"/>
              </a:ext>
            </a:extLst>
          </p:cNvPr>
          <p:cNvSpPr>
            <a:spLocks xmlns:a="http://schemas.openxmlformats.org/drawingml/2006/main" noGrp="1"/>
          </p:cNvSpPr>
          <p:nvPr/>
        </p:nvSpPr>
        <p:spPr>
          <a:xfrm xmlns:a="http://schemas.openxmlformats.org/drawingml/2006/main" rot="0" flipH="0" flipV="0">
            <a:off x="9279000" y="3675240"/>
            <a:ext cx="47160" cy="6840"/>
          </a:xfrm>
          <a:custGeom xmlns:a="http://schemas.openxmlformats.org/drawingml/2006/main">
            <a:rect l="0" t="0" r="r" b="b"/>
            <a:pathLst>
              <a:path w="131" h="19">
                <a:moveTo>
                  <a:pt x="7" y="0"/>
                </a:moveTo>
                <a:cubicBezTo>
                  <a:pt x="24" y="3"/>
                  <a:pt x="38" y="5"/>
                  <a:pt x="55" y="6"/>
                </a:cubicBezTo>
                <a:cubicBezTo>
                  <a:pt x="67" y="7"/>
                  <a:pt x="85" y="9"/>
                  <a:pt x="101" y="9"/>
                </a:cubicBezTo>
                <a:cubicBezTo>
                  <a:pt x="114" y="10"/>
                  <a:pt x="131" y="8"/>
                  <a:pt x="131" y="11"/>
                </a:cubicBezTo>
                <a:cubicBezTo>
                  <a:pt x="131" y="16"/>
                  <a:pt x="112" y="18"/>
                  <a:pt x="99" y="19"/>
                </a:cubicBezTo>
                <a:cubicBezTo>
                  <a:pt x="70" y="19"/>
                  <a:pt x="37" y="19"/>
                  <a:pt x="3" y="11"/>
                </a:cubicBezTo>
                <a:cubicBezTo>
                  <a:pt x="2" y="11"/>
                  <a:pt x="0" y="9"/>
                  <a:pt x="0" y="9"/>
                </a:cubicBezTo>
                <a:cubicBezTo>
                  <a:pt x="2" y="6"/>
                  <a:pt x="5" y="2"/>
                  <a:pt x="7"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8160" rIns="90000" bIns="-381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6" name="PlaceHolder 5">
            <a:extLst xmlns:a="http://schemas.openxmlformats.org/drawingml/2006/main">
              <a:ext uri="{FF2B5EF4-FFF2-40B4-BE49-F238E27FC236}">
                <a16:creationId xmlns:a16="http://schemas.microsoft.com/office/drawing/2014/main" id="{51995871-2174-4032-B4ED-CE3E2F332905}"/>
              </a:ext>
            </a:extLst>
          </p:cNvPr>
          <p:cNvSpPr>
            <a:spLocks xmlns:a="http://schemas.openxmlformats.org/drawingml/2006/main" noGrp="1"/>
          </p:cNvSpPr>
          <p:nvPr>
            <p:ph type="body" idx="0"/>
          </p:nvPr>
        </p:nvSpPr>
        <p:spPr>
          <a:xfrm xmlns:a="http://schemas.openxmlformats.org/drawingml/2006/main">
            <a:off x="540000" y="1260000"/>
            <a:ext cx="9000000" cy="32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lvl1pPr algn="l">
              <a:spcBef>
                <a:spcPts val="1060"/>
              </a:spcBef>
              <a:buClr>
                <a:srgbClr val="000000"/>
              </a:buClr>
              <a:buSzPct val="45000"/>
              <a:buFont typeface="Wingdings"/>
              <a:buChar char=""/>
              <a:defRPr sz="2400" b="0" u="none" strike="noStrike">
                <a:solidFill>
                  <a:srgbClr val="000000"/>
                </a:solidFill>
                <a:latin typeface="Arial"/>
                <a:ea typeface="Arial"/>
                <a:cs typeface="Arial"/>
              </a:defRPr>
            </a:lvl1pPr>
            <a:lvl2pPr algn="l">
              <a:spcBef>
                <a:spcPts val="850"/>
              </a:spcBef>
              <a:buClr>
                <a:srgbClr val="000000"/>
              </a:buClr>
              <a:buSzPct val="75000"/>
              <a:buFont typeface="Symbol"/>
              <a:buChar char=""/>
              <a:defRPr sz="2100" b="0" u="none" strike="noStrike">
                <a:solidFill>
                  <a:srgbClr val="000000"/>
                </a:solidFill>
                <a:latin typeface="Arial"/>
                <a:ea typeface="Arial"/>
                <a:cs typeface="Arial"/>
              </a:defRPr>
            </a:lvl2pPr>
            <a:lvl3pPr algn="l">
              <a:spcBef>
                <a:spcPts val="635"/>
              </a:spcBef>
              <a:buClr>
                <a:srgbClr val="000000"/>
              </a:buClr>
              <a:buSzPct val="45000"/>
              <a:buFont typeface="Wingdings"/>
              <a:buChar char=""/>
              <a:defRPr sz="1800" b="0" u="none" strike="noStrike">
                <a:solidFill>
                  <a:srgbClr val="000000"/>
                </a:solidFill>
                <a:latin typeface="Arial"/>
                <a:ea typeface="Arial"/>
                <a:cs typeface="Arial"/>
              </a:defRPr>
            </a:lvl3pPr>
            <a:lvl4pPr algn="l">
              <a:spcBef>
                <a:spcPts val="422"/>
              </a:spcBef>
              <a:buClr>
                <a:srgbClr val="000000"/>
              </a:buClr>
              <a:buSzPct val="75000"/>
              <a:buFont typeface="Symbol"/>
              <a:buChar char=""/>
              <a:defRPr sz="1500" b="0" u="none" strike="noStrike">
                <a:solidFill>
                  <a:srgbClr val="000000"/>
                </a:solidFill>
                <a:latin typeface="Arial"/>
                <a:ea typeface="Arial"/>
                <a:cs typeface="Arial"/>
              </a:defRPr>
            </a:lvl4pPr>
            <a:lvl5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5pPr>
            <a:lvl6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6pPr>
            <a:lvl7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7pPr>
          </a:lstStyle>
          <a:p xmlns:a="http://schemas.openxmlformats.org/drawingml/2006/main">
            <a:pPr marL="432000" indent="-324000" algn="l">
              <a:spcBef>
                <a:spcPts val="1060"/>
              </a:spcBef>
              <a:buClr>
                <a:srgbClr val="000000"/>
              </a:buClr>
              <a:buSzPct val="45000"/>
              <a:buFont typeface="Wingdings"/>
              <a:buChar char=""/>
            </a:pPr>
            <a:r>
              <a:rPr sz="2400" b="0" u="none" strike="noStrike">
                <a:solidFill>
                  <a:srgbClr val="000000"/>
                </a:solidFill>
                <a:latin typeface="Arial"/>
                <a:ea typeface="Arial"/>
                <a:cs typeface="Arial"/>
              </a:rPr>
              <a:t>Click to edit the outline text format</a:t>
            </a:r>
            <a:endParaRPr sz="2400" b="0" u="none" strike="noStrike">
              <a:solidFill>
                <a:srgbClr val="000000"/>
              </a:solidFill>
              <a:latin typeface="Arial"/>
              <a:ea typeface="Arial"/>
              <a:cs typeface="Arial"/>
            </a:endParaRPr>
          </a:p>
          <a:p xmlns:a="http://schemas.openxmlformats.org/drawingml/2006/main">
            <a:pPr marL="864000" lvl="1" indent="-324000" algn="l">
              <a:spcBef>
                <a:spcPts val="850"/>
              </a:spcBef>
              <a:buClr>
                <a:srgbClr val="000000"/>
              </a:buClr>
              <a:buSzPct val="75000"/>
              <a:buFont typeface="Symbol"/>
              <a:buChar char=""/>
            </a:pPr>
            <a:r>
              <a:rPr sz="2100" b="0" u="none" strike="noStrike">
                <a:solidFill>
                  <a:srgbClr val="000000"/>
                </a:solidFill>
                <a:latin typeface="Arial"/>
                <a:ea typeface="Arial"/>
                <a:cs typeface="Arial"/>
              </a:rPr>
              <a:t>Second Outline Level</a:t>
            </a:r>
            <a:endParaRPr sz="2100" b="0" u="none" strike="noStrike">
              <a:solidFill>
                <a:srgbClr val="000000"/>
              </a:solidFill>
              <a:latin typeface="Arial"/>
              <a:ea typeface="Arial"/>
              <a:cs typeface="Arial"/>
            </a:endParaRPr>
          </a:p>
          <a:p xmlns:a="http://schemas.openxmlformats.org/drawingml/2006/main">
            <a:pPr marL="1296000" lvl="2" indent="-288000" algn="l">
              <a:spcBef>
                <a:spcPts val="635"/>
              </a:spcBef>
              <a:buClr>
                <a:srgbClr val="000000"/>
              </a:buClr>
              <a:buSzPct val="45000"/>
              <a:buFont typeface="Wingdings"/>
              <a:buChar char=""/>
            </a:pPr>
            <a:r>
              <a:rPr sz="1800" b="0" u="none" strike="noStrike">
                <a:solidFill>
                  <a:srgbClr val="000000"/>
                </a:solidFill>
                <a:latin typeface="Arial"/>
                <a:ea typeface="Arial"/>
                <a:cs typeface="Arial"/>
              </a:rPr>
              <a:t>Third Outline Level</a:t>
            </a:r>
            <a:endParaRPr sz="1800" b="0" u="none" strike="noStrike">
              <a:solidFill>
                <a:srgbClr val="000000"/>
              </a:solidFill>
              <a:latin typeface="Arial"/>
              <a:ea typeface="Arial"/>
              <a:cs typeface="Arial"/>
            </a:endParaRPr>
          </a:p>
          <a:p xmlns:a="http://schemas.openxmlformats.org/drawingml/2006/main">
            <a:pPr marL="1728000" lvl="3" indent="-216000" algn="l">
              <a:spcBef>
                <a:spcPts val="422"/>
              </a:spcBef>
              <a:buClr>
                <a:srgbClr val="000000"/>
              </a:buClr>
              <a:buSzPct val="75000"/>
              <a:buFont typeface="Symbol"/>
              <a:buChar char=""/>
            </a:pPr>
            <a:r>
              <a:rPr sz="1500" b="0" u="none" strike="noStrike">
                <a:solidFill>
                  <a:srgbClr val="000000"/>
                </a:solidFill>
                <a:latin typeface="Arial"/>
                <a:ea typeface="Arial"/>
                <a:cs typeface="Arial"/>
              </a:rPr>
              <a:t>Fourth Outline Level</a:t>
            </a:r>
            <a:endParaRPr sz="1500" b="0" u="none" strike="noStrike">
              <a:solidFill>
                <a:srgbClr val="000000"/>
              </a:solidFill>
              <a:latin typeface="Arial"/>
              <a:ea typeface="Arial"/>
              <a:cs typeface="Arial"/>
            </a:endParaRPr>
          </a:p>
          <a:p xmlns:a="http://schemas.openxmlformats.org/drawingml/2006/main">
            <a:pPr marL="2160000" lvl="4"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Fifth Outline Level</a:t>
            </a:r>
            <a:endParaRPr sz="1500" b="0" u="none" strike="noStrike">
              <a:solidFill>
                <a:srgbClr val="000000"/>
              </a:solidFill>
              <a:latin typeface="Arial"/>
              <a:ea typeface="Arial"/>
              <a:cs typeface="Arial"/>
            </a:endParaRPr>
          </a:p>
          <a:p xmlns:a="http://schemas.openxmlformats.org/drawingml/2006/main">
            <a:pPr marL="2592000" lvl="5"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Sixth Outline Level</a:t>
            </a:r>
            <a:endParaRPr sz="1500" b="0" u="none" strike="noStrike">
              <a:solidFill>
                <a:srgbClr val="000000"/>
              </a:solidFill>
              <a:latin typeface="Arial"/>
              <a:ea typeface="Arial"/>
              <a:cs typeface="Arial"/>
            </a:endParaRPr>
          </a:p>
          <a:p xmlns:a="http://schemas.openxmlformats.org/drawingml/2006/main">
            <a:pPr marL="3024000" lvl="6"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Seventh Outline Level</a:t>
            </a:r>
            <a:endParaRPr sz="1500" b="0" u="none" strike="noStrike">
              <a:solidFill>
                <a:srgbClr val="000000"/>
              </a:solidFill>
              <a:latin typeface="Arial"/>
              <a:ea typeface="Arial"/>
              <a:cs typeface="Arial"/>
            </a:endParaRPr>
          </a:p>
        </p:txBody>
      </p:sp>
    </p:spTree>
  </p:cSld>
</p:sldLayout>
</file>

<file path=ppt/slideLayouts/slideLayout4.xml><?xml version="1.0" encoding="utf-8"?>
<p:sldLayout xmlns:p="http://schemas.openxmlformats.org/presentationml/2006/main" preserve="1">
  <p:cSld name="Forestbird2">
    <p:spTree>
      <p:nvGrpSpPr>
        <p:cNvPr id="1" name=""/>
        <p:cNvGrpSpPr/>
        <p:nvPr/>
      </p:nvGrpSpPr>
      <p:grpSpPr>
        <a:xfrm xmlns:a="http://schemas.openxmlformats.org/drawingml/2006/main"/>
      </p:grpSpPr>
      <p:sp>
        <p:nvSpPr>
          <p:cNvPr id="217" name="">
            <a:extLst xmlns:a="http://schemas.openxmlformats.org/drawingml/2006/main">
              <a:ext uri="{FF2B5EF4-FFF2-40B4-BE49-F238E27FC236}">
                <a16:creationId xmlns:a16="http://schemas.microsoft.com/office/drawing/2014/main" id="{43875461-74FE-44C1-916C-15CB4C190D3E}"/>
              </a:ext>
            </a:extLst>
          </p:cNvPr>
          <p:cNvSpPr>
            <a:spLocks xmlns:a="http://schemas.openxmlformats.org/drawingml/2006/main" noGrp="1"/>
          </p:cNvSpPr>
          <p:nvPr/>
        </p:nvSpPr>
        <p:spPr>
          <a:xfrm xmlns:a="http://schemas.openxmlformats.org/drawingml/2006/main">
            <a:off x="0" y="5040000"/>
            <a:ext cx="10080000" cy="630000"/>
          </a:xfrm>
          <a:prstGeom xmlns:a="http://schemas.openxmlformats.org/drawingml/2006/main" prst="rect">
            <a:avLst/>
          </a:prstGeom>
          <a:solidFill xmlns:a="http://schemas.openxmlformats.org/drawingml/2006/main">
            <a:srgbClr val="9ECF6C"/>
          </a:solidFill>
          <a:ln xmlns:a="http://schemas.openxmlformats.org/drawingml/2006/main" w="180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18" name="PlaceHolder 1">
            <a:extLst xmlns:a="http://schemas.openxmlformats.org/drawingml/2006/main">
              <a:ext uri="{FF2B5EF4-FFF2-40B4-BE49-F238E27FC236}">
                <a16:creationId xmlns:a16="http://schemas.microsoft.com/office/drawing/2014/main" id="{CFBF86E5-2660-4F58-BE8B-A3AE44929E9D}"/>
              </a:ext>
            </a:extLst>
          </p:cNvPr>
          <p:cNvSpPr>
            <a:spLocks xmlns:a="http://schemas.openxmlformats.org/drawingml/2006/main" noGrp="1"/>
          </p:cNvSpPr>
          <p:nvPr>
            <p:ph type="title" idx="0"/>
          </p:nvPr>
        </p:nvSpPr>
        <p:spPr>
          <a:xfrm xmlns:a="http://schemas.openxmlformats.org/drawingml/2006/main">
            <a:off x="540000" y="180000"/>
            <a:ext cx="9000000" cy="9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lvl1pPr indent="0" algn="ctr">
              <a:buNone/>
              <a:defRPr sz="3300" b="0" u="none" strike="noStrike">
                <a:solidFill>
                  <a:srgbClr val="000000"/>
                </a:solidFill>
                <a:latin typeface="Arial"/>
                <a:ea typeface="Arial"/>
                <a:cs typeface="Arial"/>
              </a:defRPr>
            </a:lvl1pPr>
          </a:lstStyle>
          <a:p xmlns:a="http://schemas.openxmlformats.org/drawingml/2006/main">
            <a:pPr indent="0" algn="ctr">
              <a:buNone/>
            </a:pPr>
            <a:r>
              <a:rPr sz="3300" b="0" u="none" strike="noStrike">
                <a:solidFill>
                  <a:srgbClr val="000000"/>
                </a:solidFill>
                <a:latin typeface="Arial"/>
                <a:ea typeface="Arial"/>
                <a:cs typeface="Arial"/>
              </a:rPr>
              <a:t>Click to edit the title text format</a:t>
            </a:r>
            <a:endParaRPr sz="3300" b="0" u="none" strike="noStrike">
              <a:solidFill>
                <a:srgbClr val="000000"/>
              </a:solidFill>
              <a:latin typeface="Arial"/>
              <a:ea typeface="Arial"/>
              <a:cs typeface="Arial"/>
            </a:endParaRPr>
          </a:p>
        </p:txBody>
      </p:sp>
      <p:sp>
        <p:nvSpPr>
          <p:cNvPr id="219" name="PlaceHolder 2">
            <a:extLst xmlns:a="http://schemas.openxmlformats.org/drawingml/2006/main">
              <a:ext uri="{FF2B5EF4-FFF2-40B4-BE49-F238E27FC236}">
                <a16:creationId xmlns:a16="http://schemas.microsoft.com/office/drawing/2014/main" id="{9FB61A37-1342-416F-9954-864A38DB23A4}"/>
              </a:ext>
            </a:extLst>
          </p:cNvPr>
          <p:cNvSpPr>
            <a:spLocks xmlns:a="http://schemas.openxmlformats.org/drawingml/2006/main" noGrp="1"/>
          </p:cNvSpPr>
          <p:nvPr>
            <p:ph type="body" idx="0"/>
          </p:nvPr>
        </p:nvSpPr>
        <p:spPr>
          <a:xfrm xmlns:a="http://schemas.openxmlformats.org/drawingml/2006/main">
            <a:off x="540000" y="1260000"/>
            <a:ext cx="9000000" cy="32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lvl1pPr algn="l">
              <a:spcBef>
                <a:spcPts val="1060"/>
              </a:spcBef>
              <a:buClr>
                <a:srgbClr val="000000"/>
              </a:buClr>
              <a:buSzPct val="45000"/>
              <a:buFont typeface="Wingdings"/>
              <a:buChar char=""/>
              <a:defRPr sz="2400" b="0" u="none" strike="noStrike">
                <a:solidFill>
                  <a:srgbClr val="000000"/>
                </a:solidFill>
                <a:latin typeface="Arial"/>
                <a:ea typeface="Arial"/>
                <a:cs typeface="Arial"/>
              </a:defRPr>
            </a:lvl1pPr>
            <a:lvl2pPr algn="l">
              <a:spcBef>
                <a:spcPts val="850"/>
              </a:spcBef>
              <a:buClr>
                <a:srgbClr val="000000"/>
              </a:buClr>
              <a:buSzPct val="75000"/>
              <a:buFont typeface="Symbol"/>
              <a:buChar char=""/>
              <a:defRPr sz="2100" b="0" u="none" strike="noStrike">
                <a:solidFill>
                  <a:srgbClr val="000000"/>
                </a:solidFill>
                <a:latin typeface="Arial"/>
                <a:ea typeface="Arial"/>
                <a:cs typeface="Arial"/>
              </a:defRPr>
            </a:lvl2pPr>
            <a:lvl3pPr algn="l">
              <a:spcBef>
                <a:spcPts val="635"/>
              </a:spcBef>
              <a:buClr>
                <a:srgbClr val="000000"/>
              </a:buClr>
              <a:buSzPct val="45000"/>
              <a:buFont typeface="Wingdings"/>
              <a:buChar char=""/>
              <a:defRPr sz="1800" b="0" u="none" strike="noStrike">
                <a:solidFill>
                  <a:srgbClr val="000000"/>
                </a:solidFill>
                <a:latin typeface="Arial"/>
                <a:ea typeface="Arial"/>
                <a:cs typeface="Arial"/>
              </a:defRPr>
            </a:lvl3pPr>
            <a:lvl4pPr algn="l">
              <a:spcBef>
                <a:spcPts val="422"/>
              </a:spcBef>
              <a:buClr>
                <a:srgbClr val="000000"/>
              </a:buClr>
              <a:buSzPct val="75000"/>
              <a:buFont typeface="Symbol"/>
              <a:buChar char=""/>
              <a:defRPr sz="1500" b="0" u="none" strike="noStrike">
                <a:solidFill>
                  <a:srgbClr val="000000"/>
                </a:solidFill>
                <a:latin typeface="Arial"/>
                <a:ea typeface="Arial"/>
                <a:cs typeface="Arial"/>
              </a:defRPr>
            </a:lvl4pPr>
            <a:lvl5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5pPr>
            <a:lvl6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6pPr>
            <a:lvl7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7pPr>
          </a:lstStyle>
          <a:p xmlns:a="http://schemas.openxmlformats.org/drawingml/2006/main">
            <a:pPr marL="432000" indent="-324000" algn="l">
              <a:spcBef>
                <a:spcPts val="1060"/>
              </a:spcBef>
              <a:buClr>
                <a:srgbClr val="000000"/>
              </a:buClr>
              <a:buSzPct val="45000"/>
              <a:buFont typeface="Wingdings"/>
              <a:buChar char=""/>
            </a:pPr>
            <a:r>
              <a:rPr sz="2400" b="0" u="none" strike="noStrike">
                <a:solidFill>
                  <a:srgbClr val="000000"/>
                </a:solidFill>
                <a:latin typeface="Arial"/>
                <a:ea typeface="Arial"/>
                <a:cs typeface="Arial"/>
              </a:rPr>
              <a:t>Click to edit the outline text format</a:t>
            </a:r>
            <a:endParaRPr sz="2400" b="0" u="none" strike="noStrike">
              <a:solidFill>
                <a:srgbClr val="000000"/>
              </a:solidFill>
              <a:latin typeface="Arial"/>
              <a:ea typeface="Arial"/>
              <a:cs typeface="Arial"/>
            </a:endParaRPr>
          </a:p>
          <a:p xmlns:a="http://schemas.openxmlformats.org/drawingml/2006/main">
            <a:pPr marL="864000" lvl="1" indent="-324000" algn="l">
              <a:spcBef>
                <a:spcPts val="850"/>
              </a:spcBef>
              <a:buClr>
                <a:srgbClr val="000000"/>
              </a:buClr>
              <a:buSzPct val="75000"/>
              <a:buFont typeface="Symbol"/>
              <a:buChar char=""/>
            </a:pPr>
            <a:r>
              <a:rPr sz="2100" b="0" u="none" strike="noStrike">
                <a:solidFill>
                  <a:srgbClr val="000000"/>
                </a:solidFill>
                <a:latin typeface="Arial"/>
                <a:ea typeface="Arial"/>
                <a:cs typeface="Arial"/>
              </a:rPr>
              <a:t>Second Outline Level</a:t>
            </a:r>
            <a:endParaRPr sz="2100" b="0" u="none" strike="noStrike">
              <a:solidFill>
                <a:srgbClr val="000000"/>
              </a:solidFill>
              <a:latin typeface="Arial"/>
              <a:ea typeface="Arial"/>
              <a:cs typeface="Arial"/>
            </a:endParaRPr>
          </a:p>
          <a:p xmlns:a="http://schemas.openxmlformats.org/drawingml/2006/main">
            <a:pPr marL="1296000" lvl="2" indent="-288000" algn="l">
              <a:spcBef>
                <a:spcPts val="635"/>
              </a:spcBef>
              <a:buClr>
                <a:srgbClr val="000000"/>
              </a:buClr>
              <a:buSzPct val="45000"/>
              <a:buFont typeface="Wingdings"/>
              <a:buChar char=""/>
            </a:pPr>
            <a:r>
              <a:rPr sz="1800" b="0" u="none" strike="noStrike">
                <a:solidFill>
                  <a:srgbClr val="000000"/>
                </a:solidFill>
                <a:latin typeface="Arial"/>
                <a:ea typeface="Arial"/>
                <a:cs typeface="Arial"/>
              </a:rPr>
              <a:t>Third Outline Level</a:t>
            </a:r>
            <a:endParaRPr sz="1800" b="0" u="none" strike="noStrike">
              <a:solidFill>
                <a:srgbClr val="000000"/>
              </a:solidFill>
              <a:latin typeface="Arial"/>
              <a:ea typeface="Arial"/>
              <a:cs typeface="Arial"/>
            </a:endParaRPr>
          </a:p>
          <a:p xmlns:a="http://schemas.openxmlformats.org/drawingml/2006/main">
            <a:pPr marL="1728000" lvl="3" indent="-216000" algn="l">
              <a:spcBef>
                <a:spcPts val="422"/>
              </a:spcBef>
              <a:buClr>
                <a:srgbClr val="000000"/>
              </a:buClr>
              <a:buSzPct val="75000"/>
              <a:buFont typeface="Symbol"/>
              <a:buChar char=""/>
            </a:pPr>
            <a:r>
              <a:rPr sz="1500" b="0" u="none" strike="noStrike">
                <a:solidFill>
                  <a:srgbClr val="000000"/>
                </a:solidFill>
                <a:latin typeface="Arial"/>
                <a:ea typeface="Arial"/>
                <a:cs typeface="Arial"/>
              </a:rPr>
              <a:t>Fourth Outline Level</a:t>
            </a:r>
            <a:endParaRPr sz="1500" b="0" u="none" strike="noStrike">
              <a:solidFill>
                <a:srgbClr val="000000"/>
              </a:solidFill>
              <a:latin typeface="Arial"/>
              <a:ea typeface="Arial"/>
              <a:cs typeface="Arial"/>
            </a:endParaRPr>
          </a:p>
          <a:p xmlns:a="http://schemas.openxmlformats.org/drawingml/2006/main">
            <a:pPr marL="2160000" lvl="4"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Fifth Outline Level</a:t>
            </a:r>
            <a:endParaRPr sz="1500" b="0" u="none" strike="noStrike">
              <a:solidFill>
                <a:srgbClr val="000000"/>
              </a:solidFill>
              <a:latin typeface="Arial"/>
              <a:ea typeface="Arial"/>
              <a:cs typeface="Arial"/>
            </a:endParaRPr>
          </a:p>
          <a:p xmlns:a="http://schemas.openxmlformats.org/drawingml/2006/main">
            <a:pPr marL="2592000" lvl="5"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Sixth Outline Level</a:t>
            </a:r>
            <a:endParaRPr sz="1500" b="0" u="none" strike="noStrike">
              <a:solidFill>
                <a:srgbClr val="000000"/>
              </a:solidFill>
              <a:latin typeface="Arial"/>
              <a:ea typeface="Arial"/>
              <a:cs typeface="Arial"/>
            </a:endParaRPr>
          </a:p>
          <a:p xmlns:a="http://schemas.openxmlformats.org/drawingml/2006/main">
            <a:pPr marL="3024000" lvl="6"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Seventh Outline Level</a:t>
            </a:r>
            <a:endParaRPr sz="1500" b="0" u="none" strike="noStrike">
              <a:solidFill>
                <a:srgbClr val="000000"/>
              </a:solidFill>
              <a:latin typeface="Arial"/>
              <a:ea typeface="Arial"/>
              <a:cs typeface="Arial"/>
            </a:endParaRPr>
          </a:p>
        </p:txBody>
      </p:sp>
      <p:sp>
        <p:nvSpPr>
          <p:cNvPr id="220" name="PlaceHolder 3">
            <a:extLst xmlns:a="http://schemas.openxmlformats.org/drawingml/2006/main">
              <a:ext uri="{FF2B5EF4-FFF2-40B4-BE49-F238E27FC236}">
                <a16:creationId xmlns:a16="http://schemas.microsoft.com/office/drawing/2014/main" id="{BAD0846D-A2B6-43C6-A885-B5ACB4CCE0F1}"/>
              </a:ext>
            </a:extLst>
          </p:cNvPr>
          <p:cNvSpPr>
            <a:spLocks xmlns:a="http://schemas.openxmlformats.org/drawingml/2006/main" noGrp="1"/>
          </p:cNvSpPr>
          <p:nvPr>
            <p:ph type="dt" idx="10"/>
          </p:nvPr>
        </p:nvSpPr>
        <p:spPr>
          <a:xfrm xmlns:a="http://schemas.openxmlformats.org/drawingml/2006/main">
            <a:off x="50400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l">
              <a:buNone/>
              <a:defRPr sz="1400" b="0" u="none" strike="noStrike">
                <a:solidFill>
                  <a:srgbClr val="000000"/>
                </a:solidFill>
                <a:latin typeface="Arial"/>
                <a:ea typeface="Arial"/>
                <a:cs typeface="Arial"/>
              </a:defRPr>
            </a:lvl1pPr>
          </a:lstStyle>
          <a:p xmlns:a="http://schemas.openxmlformats.org/drawingml/2006/main">
            <a:pPr indent="0" algn="l">
              <a:buNone/>
            </a:pPr>
            <a:r>
              <a:rPr sz="1400" b="0" u="none" strike="noStrike">
                <a:solidFill>
                  <a:srgbClr val="000000"/>
                </a:solidFill>
                <a:latin typeface="Arial"/>
                <a:ea typeface="Arial"/>
                <a:cs typeface="Arial"/>
              </a:rPr>
              <a:t>&lt;date/time&gt;</a:t>
            </a:r>
            <a:endParaRPr sz="1400" b="0" u="none" strike="noStrike">
              <a:solidFill>
                <a:srgbClr val="000000"/>
              </a:solidFill>
              <a:latin typeface="Arial"/>
              <a:ea typeface="Arial"/>
              <a:cs typeface="Arial"/>
            </a:endParaRPr>
          </a:p>
        </p:txBody>
      </p:sp>
      <p:sp>
        <p:nvSpPr>
          <p:cNvPr id="221" name="PlaceHolder 4">
            <a:extLst xmlns:a="http://schemas.openxmlformats.org/drawingml/2006/main">
              <a:ext uri="{FF2B5EF4-FFF2-40B4-BE49-F238E27FC236}">
                <a16:creationId xmlns:a16="http://schemas.microsoft.com/office/drawing/2014/main" id="{C29ED8DD-74D3-4939-A2B2-E67ADEEE94A9}"/>
              </a:ext>
            </a:extLst>
          </p:cNvPr>
          <p:cNvSpPr>
            <a:spLocks xmlns:a="http://schemas.openxmlformats.org/drawingml/2006/main" noGrp="1"/>
          </p:cNvSpPr>
          <p:nvPr>
            <p:ph type="ftr" idx="11"/>
          </p:nvPr>
        </p:nvSpPr>
        <p:spPr>
          <a:xfrm xmlns:a="http://schemas.openxmlformats.org/drawingml/2006/main">
            <a:off x="3447360" y="5165280"/>
            <a:ext cx="319500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ctr">
              <a:buNone/>
              <a:defRPr sz="1400" b="0" u="none" strike="noStrike">
                <a:solidFill>
                  <a:srgbClr val="000000"/>
                </a:solidFill>
                <a:latin typeface="Arial"/>
                <a:ea typeface="Arial"/>
                <a:cs typeface="Arial"/>
              </a:defRPr>
            </a:lvl1pPr>
          </a:lstStyle>
          <a:p xmlns:a="http://schemas.openxmlformats.org/drawingml/2006/main">
            <a:pPr indent="0" algn="ctr">
              <a:buNone/>
            </a:pPr>
            <a:r>
              <a:rPr sz="1400" b="0" u="none" strike="noStrike">
                <a:solidFill>
                  <a:srgbClr val="000000"/>
                </a:solidFill>
                <a:latin typeface="Arial"/>
                <a:ea typeface="Arial"/>
                <a:cs typeface="Arial"/>
              </a:rPr>
              <a:t>&lt;footer&gt;</a:t>
            </a:r>
            <a:endParaRPr sz="1400" b="0" u="none" strike="noStrike">
              <a:solidFill>
                <a:srgbClr val="000000"/>
              </a:solidFill>
              <a:latin typeface="Arial"/>
              <a:ea typeface="Arial"/>
              <a:cs typeface="Arial"/>
            </a:endParaRPr>
          </a:p>
        </p:txBody>
      </p:sp>
      <p:sp>
        <p:nvSpPr>
          <p:cNvPr id="222" name="PlaceHolder 5">
            <a:extLst xmlns:a="http://schemas.openxmlformats.org/drawingml/2006/main">
              <a:ext uri="{FF2B5EF4-FFF2-40B4-BE49-F238E27FC236}">
                <a16:creationId xmlns:a16="http://schemas.microsoft.com/office/drawing/2014/main" id="{73097B21-319E-4C5D-ADA7-6FAA4A49075E}"/>
              </a:ext>
            </a:extLst>
          </p:cNvPr>
          <p:cNvSpPr>
            <a:spLocks xmlns:a="http://schemas.openxmlformats.org/drawingml/2006/main" noGrp="1"/>
          </p:cNvSpPr>
          <p:nvPr>
            <p:ph type="sldNum" idx="12"/>
          </p:nvPr>
        </p:nvSpPr>
        <p:spPr>
          <a:xfrm xmlns:a="http://schemas.openxmlformats.org/drawingml/2006/main">
            <a:off x="722736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r">
              <a:buNone/>
              <a:defRPr sz="1400" b="0" u="none" strike="noStrike">
                <a:solidFill>
                  <a:srgbClr val="000000"/>
                </a:solidFill>
                <a:latin typeface="Arial"/>
                <a:ea typeface="Arial"/>
                <a:cs typeface="Arial"/>
              </a:defRPr>
            </a:lvl1pPr>
          </a:lstStyle>
          <a:p xmlns:a="http://schemas.openxmlformats.org/drawingml/2006/main">
            <a:pPr indent="0" algn="r">
              <a:buNone/>
            </a:pPr>
            <a:fld id="{B74AA542-5D12-425D-BA5D-69E6FAF60A84}" type="slidenum">
              <a:rPr sz="1400" b="0" u="none" strike="noStrike">
                <a:solidFill>
                  <a:srgbClr val="000000"/>
                </a:solidFill>
                <a:latin typeface="Arial"/>
                <a:ea typeface="Arial"/>
                <a:cs typeface="Arial"/>
              </a:rPr>
              <a:t>&lt;number&gt;</a:t>
            </a:fld>
            <a:endParaRPr sz="1400" b="0" u="none" strike="noStrike">
              <a:solidFill>
                <a:srgbClr val="000000"/>
              </a:solidFill>
              <a:latin typeface="Arial"/>
              <a:ea typeface="Arial"/>
              <a:cs typeface="Arial"/>
            </a:endParaRPr>
          </a:p>
        </p:txBody>
      </p:sp>
      <p:sp>
        <p:nvSpPr>
          <p:cNvPr id="224" name="">
            <a:extLst xmlns:a="http://schemas.openxmlformats.org/drawingml/2006/main">
              <a:ext uri="{FF2B5EF4-FFF2-40B4-BE49-F238E27FC236}">
                <a16:creationId xmlns:a16="http://schemas.microsoft.com/office/drawing/2014/main" id="{9864153C-678E-4C92-BA6E-914B631E38FE}"/>
              </a:ext>
            </a:extLst>
          </p:cNvPr>
          <p:cNvSpPr>
            <a:spLocks xmlns:a="http://schemas.openxmlformats.org/drawingml/2006/main" noGrp="1"/>
          </p:cNvSpPr>
          <p:nvPr/>
        </p:nvSpPr>
        <p:spPr>
          <a:xfrm xmlns:a="http://schemas.openxmlformats.org/drawingml/2006/main" rot="0" flipH="0" flipV="0">
            <a:off x="9345960" y="4894200"/>
            <a:ext cx="151560" cy="228960"/>
          </a:xfrm>
          <a:custGeom xmlns:a="http://schemas.openxmlformats.org/drawingml/2006/main">
            <a:rect l="0" t="0" r="r" b="b"/>
            <a:pathLst>
              <a:path w="421" h="636">
                <a:moveTo>
                  <a:pt x="240" y="544"/>
                </a:moveTo>
                <a:cubicBezTo>
                  <a:pt x="360" y="440"/>
                  <a:pt x="432" y="313"/>
                  <a:pt x="420" y="143"/>
                </a:cubicBezTo>
                <a:cubicBezTo>
                  <a:pt x="415" y="76"/>
                  <a:pt x="390" y="32"/>
                  <a:pt x="360" y="5"/>
                </a:cubicBezTo>
                <a:cubicBezTo>
                  <a:pt x="337" y="-16"/>
                  <a:pt x="196" y="32"/>
                  <a:pt x="196" y="185"/>
                </a:cubicBezTo>
                <a:cubicBezTo>
                  <a:pt x="198" y="474"/>
                  <a:pt x="65" y="484"/>
                  <a:pt x="0" y="634"/>
                </a:cubicBezTo>
                <a:cubicBezTo>
                  <a:pt x="69" y="645"/>
                  <a:pt x="152" y="622"/>
                  <a:pt x="240" y="54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25" name="">
            <a:extLst xmlns:a="http://schemas.openxmlformats.org/drawingml/2006/main">
              <a:ext uri="{FF2B5EF4-FFF2-40B4-BE49-F238E27FC236}">
                <a16:creationId xmlns:a16="http://schemas.microsoft.com/office/drawing/2014/main" id="{2097F335-B4F3-4389-9525-440A7E06AE05}"/>
              </a:ext>
            </a:extLst>
          </p:cNvPr>
          <p:cNvSpPr>
            <a:spLocks xmlns:a="http://schemas.openxmlformats.org/drawingml/2006/main" noGrp="1"/>
          </p:cNvSpPr>
          <p:nvPr/>
        </p:nvSpPr>
        <p:spPr>
          <a:xfrm xmlns:a="http://schemas.openxmlformats.org/drawingml/2006/main" rot="0" flipH="0" flipV="0">
            <a:off x="9331920" y="4887360"/>
            <a:ext cx="143640" cy="234000"/>
          </a:xfrm>
          <a:custGeom xmlns:a="http://schemas.openxmlformats.org/drawingml/2006/main">
            <a:rect l="0" t="0" r="r" b="b"/>
            <a:pathLst>
              <a:path w="399" h="650">
                <a:moveTo>
                  <a:pt x="399" y="24"/>
                </a:moveTo>
                <a:cubicBezTo>
                  <a:pt x="323" y="-55"/>
                  <a:pt x="187" y="77"/>
                  <a:pt x="187" y="197"/>
                </a:cubicBezTo>
                <a:cubicBezTo>
                  <a:pt x="187" y="487"/>
                  <a:pt x="67" y="513"/>
                  <a:pt x="0" y="643"/>
                </a:cubicBezTo>
                <a:cubicBezTo>
                  <a:pt x="12" y="646"/>
                  <a:pt x="11" y="650"/>
                  <a:pt x="37" y="650"/>
                </a:cubicBezTo>
                <a:cubicBezTo>
                  <a:pt x="122" y="582"/>
                  <a:pt x="249" y="453"/>
                  <a:pt x="249" y="231"/>
                </a:cubicBezTo>
                <a:cubicBezTo>
                  <a:pt x="249" y="93"/>
                  <a:pt x="318" y="35"/>
                  <a:pt x="399" y="2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26" name="">
            <a:extLst xmlns:a="http://schemas.openxmlformats.org/drawingml/2006/main">
              <a:ext uri="{FF2B5EF4-FFF2-40B4-BE49-F238E27FC236}">
                <a16:creationId xmlns:a16="http://schemas.microsoft.com/office/drawing/2014/main" id="{ED62075D-B92C-447F-B9AC-14CF11C3F46C}"/>
              </a:ext>
            </a:extLst>
          </p:cNvPr>
          <p:cNvSpPr>
            <a:spLocks xmlns:a="http://schemas.openxmlformats.org/drawingml/2006/main" noGrp="1"/>
          </p:cNvSpPr>
          <p:nvPr/>
        </p:nvSpPr>
        <p:spPr>
          <a:xfrm xmlns:a="http://schemas.openxmlformats.org/drawingml/2006/main" rot="0" flipH="0" flipV="0">
            <a:off x="9331920" y="4883040"/>
            <a:ext cx="135360" cy="235080"/>
          </a:xfrm>
          <a:custGeom xmlns:a="http://schemas.openxmlformats.org/drawingml/2006/main">
            <a:rect l="0" t="0" r="r" b="b"/>
            <a:pathLst>
              <a:path w="376" h="653">
                <a:moveTo>
                  <a:pt x="376" y="17"/>
                </a:moveTo>
                <a:cubicBezTo>
                  <a:pt x="288" y="-36"/>
                  <a:pt x="159" y="40"/>
                  <a:pt x="159" y="186"/>
                </a:cubicBezTo>
                <a:cubicBezTo>
                  <a:pt x="159" y="423"/>
                  <a:pt x="53" y="414"/>
                  <a:pt x="0" y="529"/>
                </a:cubicBezTo>
                <a:cubicBezTo>
                  <a:pt x="0" y="570"/>
                  <a:pt x="0" y="612"/>
                  <a:pt x="0" y="653"/>
                </a:cubicBezTo>
                <a:cubicBezTo>
                  <a:pt x="37" y="628"/>
                  <a:pt x="212" y="479"/>
                  <a:pt x="212" y="218"/>
                </a:cubicBezTo>
                <a:cubicBezTo>
                  <a:pt x="212" y="79"/>
                  <a:pt x="293" y="19"/>
                  <a:pt x="376" y="1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27" name="">
            <a:extLst xmlns:a="http://schemas.openxmlformats.org/drawingml/2006/main">
              <a:ext uri="{FF2B5EF4-FFF2-40B4-BE49-F238E27FC236}">
                <a16:creationId xmlns:a16="http://schemas.microsoft.com/office/drawing/2014/main" id="{B31EB030-9AF9-4AFC-A001-2642ECBB0EC3}"/>
              </a:ext>
            </a:extLst>
          </p:cNvPr>
          <p:cNvSpPr>
            <a:spLocks xmlns:a="http://schemas.openxmlformats.org/drawingml/2006/main" noGrp="1"/>
          </p:cNvSpPr>
          <p:nvPr/>
        </p:nvSpPr>
        <p:spPr>
          <a:xfrm xmlns:a="http://schemas.openxmlformats.org/drawingml/2006/main" rot="0" flipH="0" flipV="0">
            <a:off x="9000000" y="4921560"/>
            <a:ext cx="230040" cy="214200"/>
          </a:xfrm>
          <a:custGeom xmlns:a="http://schemas.openxmlformats.org/drawingml/2006/main">
            <a:rect l="0" t="0" r="r" b="b"/>
            <a:pathLst>
              <a:path w="639" h="595">
                <a:moveTo>
                  <a:pt x="4" y="88"/>
                </a:moveTo>
                <a:cubicBezTo>
                  <a:pt x="-28" y="19"/>
                  <a:pt x="140" y="-18"/>
                  <a:pt x="198" y="9"/>
                </a:cubicBezTo>
                <a:cubicBezTo>
                  <a:pt x="198" y="48"/>
                  <a:pt x="198" y="86"/>
                  <a:pt x="198" y="125"/>
                </a:cubicBezTo>
                <a:cubicBezTo>
                  <a:pt x="133" y="112"/>
                  <a:pt x="27" y="136"/>
                  <a:pt x="4" y="88"/>
                </a:cubicBezTo>
                <a:moveTo>
                  <a:pt x="390" y="571"/>
                </a:moveTo>
                <a:cubicBezTo>
                  <a:pt x="390" y="537"/>
                  <a:pt x="503" y="469"/>
                  <a:pt x="639" y="469"/>
                </a:cubicBezTo>
                <a:cubicBezTo>
                  <a:pt x="639" y="511"/>
                  <a:pt x="639" y="553"/>
                  <a:pt x="639" y="595"/>
                </a:cubicBezTo>
                <a:cubicBezTo>
                  <a:pt x="556" y="587"/>
                  <a:pt x="390" y="606"/>
                  <a:pt x="390" y="57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28" name="">
            <a:extLst xmlns:a="http://schemas.openxmlformats.org/drawingml/2006/main">
              <a:ext uri="{FF2B5EF4-FFF2-40B4-BE49-F238E27FC236}">
                <a16:creationId xmlns:a16="http://schemas.microsoft.com/office/drawing/2014/main" id="{E4810C52-4E98-40EB-B9F4-91264658D448}"/>
              </a:ext>
            </a:extLst>
          </p:cNvPr>
          <p:cNvSpPr>
            <a:spLocks xmlns:a="http://schemas.openxmlformats.org/drawingml/2006/main" noGrp="1"/>
          </p:cNvSpPr>
          <p:nvPr/>
        </p:nvSpPr>
        <p:spPr>
          <a:xfrm xmlns:a="http://schemas.openxmlformats.org/drawingml/2006/main" rot="0" flipH="0" flipV="0">
            <a:off x="9083880" y="4851000"/>
            <a:ext cx="267480" cy="312840"/>
          </a:xfrm>
          <a:custGeom xmlns:a="http://schemas.openxmlformats.org/drawingml/2006/main">
            <a:rect l="0" t="0" r="r" b="b"/>
            <a:pathLst>
              <a:path w="743" h="869">
                <a:moveTo>
                  <a:pt x="714" y="335"/>
                </a:moveTo>
                <a:cubicBezTo>
                  <a:pt x="675" y="238"/>
                  <a:pt x="571" y="120"/>
                  <a:pt x="419" y="55"/>
                </a:cubicBezTo>
                <a:cubicBezTo>
                  <a:pt x="39" y="-111"/>
                  <a:pt x="-99" y="141"/>
                  <a:pt x="74" y="268"/>
                </a:cubicBezTo>
                <a:cubicBezTo>
                  <a:pt x="277" y="418"/>
                  <a:pt x="258" y="657"/>
                  <a:pt x="336" y="756"/>
                </a:cubicBezTo>
                <a:cubicBezTo>
                  <a:pt x="254" y="777"/>
                  <a:pt x="194" y="821"/>
                  <a:pt x="194" y="846"/>
                </a:cubicBezTo>
                <a:cubicBezTo>
                  <a:pt x="194" y="881"/>
                  <a:pt x="359" y="862"/>
                  <a:pt x="442" y="869"/>
                </a:cubicBezTo>
                <a:cubicBezTo>
                  <a:pt x="580" y="869"/>
                  <a:pt x="691" y="841"/>
                  <a:pt x="691" y="807"/>
                </a:cubicBezTo>
                <a:cubicBezTo>
                  <a:pt x="693" y="781"/>
                  <a:pt x="689" y="765"/>
                  <a:pt x="682" y="751"/>
                </a:cubicBezTo>
                <a:cubicBezTo>
                  <a:pt x="749" y="652"/>
                  <a:pt x="763" y="455"/>
                  <a:pt x="714" y="33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29" name="">
            <a:extLst xmlns:a="http://schemas.openxmlformats.org/drawingml/2006/main">
              <a:ext uri="{FF2B5EF4-FFF2-40B4-BE49-F238E27FC236}">
                <a16:creationId xmlns:a16="http://schemas.microsoft.com/office/drawing/2014/main" id="{640C872D-9E8C-4C13-83F0-CCD05C37E8DA}"/>
              </a:ext>
            </a:extLst>
          </p:cNvPr>
          <p:cNvSpPr>
            <a:spLocks xmlns:a="http://schemas.openxmlformats.org/drawingml/2006/main" noGrp="1"/>
          </p:cNvSpPr>
          <p:nvPr/>
        </p:nvSpPr>
        <p:spPr>
          <a:xfrm xmlns:a="http://schemas.openxmlformats.org/drawingml/2006/main" rot="0" flipH="0" flipV="0">
            <a:off x="9187200" y="4956840"/>
            <a:ext cx="100080" cy="183960"/>
          </a:xfrm>
          <a:custGeom xmlns:a="http://schemas.openxmlformats.org/drawingml/2006/main">
            <a:rect l="0" t="0" r="r" b="b"/>
            <a:pathLst>
              <a:path w="278" h="511">
                <a:moveTo>
                  <a:pt x="255" y="0"/>
                </a:moveTo>
                <a:cubicBezTo>
                  <a:pt x="135" y="10"/>
                  <a:pt x="27" y="120"/>
                  <a:pt x="27" y="257"/>
                </a:cubicBezTo>
                <a:cubicBezTo>
                  <a:pt x="29" y="379"/>
                  <a:pt x="105" y="441"/>
                  <a:pt x="80" y="450"/>
                </a:cubicBezTo>
                <a:cubicBezTo>
                  <a:pt x="-123" y="522"/>
                  <a:pt x="107" y="469"/>
                  <a:pt x="268" y="510"/>
                </a:cubicBezTo>
                <a:cubicBezTo>
                  <a:pt x="319" y="524"/>
                  <a:pt x="160" y="347"/>
                  <a:pt x="160" y="206"/>
                </a:cubicBezTo>
                <a:cubicBezTo>
                  <a:pt x="160" y="120"/>
                  <a:pt x="197" y="47"/>
                  <a:pt x="255"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0" name="">
            <a:extLst xmlns:a="http://schemas.openxmlformats.org/drawingml/2006/main">
              <a:ext uri="{FF2B5EF4-FFF2-40B4-BE49-F238E27FC236}">
                <a16:creationId xmlns:a16="http://schemas.microsoft.com/office/drawing/2014/main" id="{65AC12E0-43CB-4C39-A3F9-9039D37AA0CF}"/>
              </a:ext>
            </a:extLst>
          </p:cNvPr>
          <p:cNvSpPr>
            <a:spLocks xmlns:a="http://schemas.openxmlformats.org/drawingml/2006/main" noGrp="1"/>
          </p:cNvSpPr>
          <p:nvPr/>
        </p:nvSpPr>
        <p:spPr>
          <a:xfrm xmlns:a="http://schemas.openxmlformats.org/drawingml/2006/main" rot="0" flipH="0" flipV="0">
            <a:off x="9186120" y="4839480"/>
            <a:ext cx="180000" cy="281880"/>
          </a:xfrm>
          <a:custGeom xmlns:a="http://schemas.openxmlformats.org/drawingml/2006/main">
            <a:rect l="0" t="0" r="r" b="b"/>
            <a:pathLst>
              <a:path w="500" h="783">
                <a:moveTo>
                  <a:pt x="138" y="34"/>
                </a:moveTo>
                <a:cubicBezTo>
                  <a:pt x="87" y="18"/>
                  <a:pt x="41" y="7"/>
                  <a:pt x="0" y="0"/>
                </a:cubicBezTo>
                <a:cubicBezTo>
                  <a:pt x="4" y="18"/>
                  <a:pt x="7" y="39"/>
                  <a:pt x="9" y="57"/>
                </a:cubicBezTo>
                <a:cubicBezTo>
                  <a:pt x="293" y="129"/>
                  <a:pt x="567" y="417"/>
                  <a:pt x="399" y="783"/>
                </a:cubicBezTo>
                <a:cubicBezTo>
                  <a:pt x="480" y="669"/>
                  <a:pt x="500" y="572"/>
                  <a:pt x="500" y="424"/>
                </a:cubicBezTo>
                <a:cubicBezTo>
                  <a:pt x="500" y="265"/>
                  <a:pt x="279" y="78"/>
                  <a:pt x="138" y="3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1" name="">
            <a:extLst xmlns:a="http://schemas.openxmlformats.org/drawingml/2006/main">
              <a:ext uri="{FF2B5EF4-FFF2-40B4-BE49-F238E27FC236}">
                <a16:creationId xmlns:a16="http://schemas.microsoft.com/office/drawing/2014/main" id="{4B248455-8199-457A-A6F4-91ECB88C20B5}"/>
              </a:ext>
            </a:extLst>
          </p:cNvPr>
          <p:cNvSpPr>
            <a:spLocks xmlns:a="http://schemas.openxmlformats.org/drawingml/2006/main" noGrp="1"/>
          </p:cNvSpPr>
          <p:nvPr/>
        </p:nvSpPr>
        <p:spPr>
          <a:xfrm xmlns:a="http://schemas.openxmlformats.org/drawingml/2006/main" rot="0" flipH="0" flipV="0">
            <a:off x="9182520" y="4831920"/>
            <a:ext cx="196920" cy="290520"/>
          </a:xfrm>
          <a:custGeom xmlns:a="http://schemas.openxmlformats.org/drawingml/2006/main">
            <a:rect l="0" t="0" r="r" b="b"/>
            <a:pathLst>
              <a:path w="547" h="807">
                <a:moveTo>
                  <a:pt x="0" y="0"/>
                </a:moveTo>
                <a:cubicBezTo>
                  <a:pt x="10" y="14"/>
                  <a:pt x="14" y="32"/>
                  <a:pt x="17" y="51"/>
                </a:cubicBezTo>
                <a:cubicBezTo>
                  <a:pt x="259" y="118"/>
                  <a:pt x="490" y="272"/>
                  <a:pt x="490" y="547"/>
                </a:cubicBezTo>
                <a:cubicBezTo>
                  <a:pt x="490" y="609"/>
                  <a:pt x="453" y="748"/>
                  <a:pt x="407" y="807"/>
                </a:cubicBezTo>
                <a:cubicBezTo>
                  <a:pt x="497" y="743"/>
                  <a:pt x="547" y="591"/>
                  <a:pt x="547" y="445"/>
                </a:cubicBezTo>
                <a:cubicBezTo>
                  <a:pt x="550" y="215"/>
                  <a:pt x="377" y="78"/>
                  <a:pt x="171" y="23"/>
                </a:cubicBezTo>
                <a:cubicBezTo>
                  <a:pt x="109" y="7"/>
                  <a:pt x="53" y="0"/>
                  <a:pt x="0"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2" name="">
            <a:extLst xmlns:a="http://schemas.openxmlformats.org/drawingml/2006/main">
              <a:ext uri="{FF2B5EF4-FFF2-40B4-BE49-F238E27FC236}">
                <a16:creationId xmlns:a16="http://schemas.microsoft.com/office/drawing/2014/main" id="{E6AE2C4F-40FE-453B-97E6-169B79EC332F}"/>
              </a:ext>
            </a:extLst>
          </p:cNvPr>
          <p:cNvSpPr>
            <a:spLocks xmlns:a="http://schemas.openxmlformats.org/drawingml/2006/main" noGrp="1"/>
          </p:cNvSpPr>
          <p:nvPr/>
        </p:nvSpPr>
        <p:spPr>
          <a:xfrm xmlns:a="http://schemas.openxmlformats.org/drawingml/2006/main" rot="0" flipH="0" flipV="0">
            <a:off x="9101880" y="4769640"/>
            <a:ext cx="46800" cy="48960"/>
          </a:xfrm>
          <a:custGeom xmlns:a="http://schemas.openxmlformats.org/drawingml/2006/main">
            <a:rect l="0" t="0" r="r" b="b"/>
            <a:pathLst>
              <a:path w="130" h="136">
                <a:moveTo>
                  <a:pt x="1" y="136"/>
                </a:moveTo>
                <a:cubicBezTo>
                  <a:pt x="-6" y="64"/>
                  <a:pt x="36" y="45"/>
                  <a:pt x="54" y="0"/>
                </a:cubicBezTo>
                <a:cubicBezTo>
                  <a:pt x="79" y="41"/>
                  <a:pt x="123" y="51"/>
                  <a:pt x="130" y="122"/>
                </a:cubicBezTo>
                <a:cubicBezTo>
                  <a:pt x="87" y="127"/>
                  <a:pt x="44" y="131"/>
                  <a:pt x="1" y="13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960" rIns="90000" bIns="39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3" name="">
            <a:extLst xmlns:a="http://schemas.openxmlformats.org/drawingml/2006/main">
              <a:ext uri="{FF2B5EF4-FFF2-40B4-BE49-F238E27FC236}">
                <a16:creationId xmlns:a16="http://schemas.microsoft.com/office/drawing/2014/main" id="{0A267BF0-E555-4C0C-92E2-D4056413AC1B}"/>
              </a:ext>
            </a:extLst>
          </p:cNvPr>
          <p:cNvSpPr>
            <a:spLocks xmlns:a="http://schemas.openxmlformats.org/drawingml/2006/main" noGrp="1"/>
          </p:cNvSpPr>
          <p:nvPr/>
        </p:nvSpPr>
        <p:spPr>
          <a:xfrm xmlns:a="http://schemas.openxmlformats.org/drawingml/2006/main" rot="0" flipH="0" flipV="0">
            <a:off x="9030240" y="4766400"/>
            <a:ext cx="162720" cy="192600"/>
          </a:xfrm>
          <a:custGeom xmlns:a="http://schemas.openxmlformats.org/drawingml/2006/main">
            <a:rect l="0" t="0" r="r" b="b"/>
            <a:pathLst>
              <a:path w="452" h="535">
                <a:moveTo>
                  <a:pt x="335" y="0"/>
                </a:moveTo>
                <a:cubicBezTo>
                  <a:pt x="308" y="41"/>
                  <a:pt x="261" y="50"/>
                  <a:pt x="252" y="122"/>
                </a:cubicBezTo>
                <a:cubicBezTo>
                  <a:pt x="128" y="127"/>
                  <a:pt x="-10" y="295"/>
                  <a:pt x="1" y="429"/>
                </a:cubicBezTo>
                <a:cubicBezTo>
                  <a:pt x="3" y="466"/>
                  <a:pt x="102" y="535"/>
                  <a:pt x="226" y="535"/>
                </a:cubicBezTo>
                <a:cubicBezTo>
                  <a:pt x="351" y="535"/>
                  <a:pt x="452" y="424"/>
                  <a:pt x="452" y="288"/>
                </a:cubicBezTo>
                <a:cubicBezTo>
                  <a:pt x="455" y="207"/>
                  <a:pt x="429" y="163"/>
                  <a:pt x="385" y="143"/>
                </a:cubicBezTo>
                <a:cubicBezTo>
                  <a:pt x="392" y="71"/>
                  <a:pt x="352" y="48"/>
                  <a:pt x="335"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4" name="">
            <a:extLst xmlns:a="http://schemas.openxmlformats.org/drawingml/2006/main">
              <a:ext uri="{FF2B5EF4-FFF2-40B4-BE49-F238E27FC236}">
                <a16:creationId xmlns:a16="http://schemas.microsoft.com/office/drawing/2014/main" id="{C97130EB-FE50-4D8C-A664-550B13675BE6}"/>
              </a:ext>
            </a:extLst>
          </p:cNvPr>
          <p:cNvSpPr>
            <a:spLocks xmlns:a="http://schemas.openxmlformats.org/drawingml/2006/main" noGrp="1"/>
          </p:cNvSpPr>
          <p:nvPr/>
        </p:nvSpPr>
        <p:spPr>
          <a:xfrm xmlns:a="http://schemas.openxmlformats.org/drawingml/2006/main" rot="0" flipH="0" flipV="0">
            <a:off x="9125640" y="4789440"/>
            <a:ext cx="36360" cy="70560"/>
          </a:xfrm>
          <a:custGeom xmlns:a="http://schemas.openxmlformats.org/drawingml/2006/main">
            <a:rect l="0" t="0" r="r" b="b"/>
            <a:pathLst>
              <a:path w="101" h="196">
                <a:moveTo>
                  <a:pt x="40" y="194"/>
                </a:moveTo>
                <a:cubicBezTo>
                  <a:pt x="13" y="189"/>
                  <a:pt x="-9" y="189"/>
                  <a:pt x="3" y="90"/>
                </a:cubicBezTo>
                <a:cubicBezTo>
                  <a:pt x="10" y="37"/>
                  <a:pt x="43" y="30"/>
                  <a:pt x="63" y="0"/>
                </a:cubicBezTo>
                <a:cubicBezTo>
                  <a:pt x="76" y="35"/>
                  <a:pt x="104" y="51"/>
                  <a:pt x="100" y="104"/>
                </a:cubicBezTo>
                <a:cubicBezTo>
                  <a:pt x="88" y="203"/>
                  <a:pt x="68" y="199"/>
                  <a:pt x="40" y="19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560" rIns="90000" bIns="255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5" name="">
            <a:extLst xmlns:a="http://schemas.openxmlformats.org/drawingml/2006/main">
              <a:ext uri="{FF2B5EF4-FFF2-40B4-BE49-F238E27FC236}">
                <a16:creationId xmlns:a16="http://schemas.microsoft.com/office/drawing/2014/main" id="{0150D8E6-8B79-45F2-A54E-0AD18E09DE2E}"/>
              </a:ext>
            </a:extLst>
          </p:cNvPr>
          <p:cNvSpPr>
            <a:spLocks xmlns:a="http://schemas.openxmlformats.org/drawingml/2006/main" noGrp="1"/>
          </p:cNvSpPr>
          <p:nvPr/>
        </p:nvSpPr>
        <p:spPr>
          <a:xfrm xmlns:a="http://schemas.openxmlformats.org/drawingml/2006/main" rot="0" flipH="0" flipV="0">
            <a:off x="9067320" y="4848480"/>
            <a:ext cx="48960" cy="45000"/>
          </a:xfrm>
          <a:custGeom xmlns:a="http://schemas.openxmlformats.org/drawingml/2006/main">
            <a:rect l="0" t="0" r="r" b="b"/>
            <a:pathLst>
              <a:path w="136" h="125">
                <a:moveTo>
                  <a:pt x="60" y="125"/>
                </a:moveTo>
                <a:cubicBezTo>
                  <a:pt x="18" y="125"/>
                  <a:pt x="20" y="96"/>
                  <a:pt x="0" y="81"/>
                </a:cubicBezTo>
                <a:cubicBezTo>
                  <a:pt x="20" y="54"/>
                  <a:pt x="18" y="0"/>
                  <a:pt x="60" y="0"/>
                </a:cubicBezTo>
                <a:cubicBezTo>
                  <a:pt x="101" y="0"/>
                  <a:pt x="111" y="54"/>
                  <a:pt x="136" y="81"/>
                </a:cubicBezTo>
                <a:cubicBezTo>
                  <a:pt x="111" y="96"/>
                  <a:pt x="101" y="125"/>
                  <a:pt x="60" y="12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0" rIns="90000" bIns="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6" name="">
            <a:extLst xmlns:a="http://schemas.openxmlformats.org/drawingml/2006/main">
              <a:ext uri="{FF2B5EF4-FFF2-40B4-BE49-F238E27FC236}">
                <a16:creationId xmlns:a16="http://schemas.microsoft.com/office/drawing/2014/main" id="{57D0D186-FBF7-4D58-81C9-97C5D7BFE409}"/>
              </a:ext>
            </a:extLst>
          </p:cNvPr>
          <p:cNvSpPr>
            <a:spLocks xmlns:a="http://schemas.openxmlformats.org/drawingml/2006/main" noGrp="1"/>
          </p:cNvSpPr>
          <p:nvPr/>
        </p:nvSpPr>
        <p:spPr>
          <a:xfrm xmlns:a="http://schemas.openxmlformats.org/drawingml/2006/main" rot="0" flipH="0" flipV="0">
            <a:off x="9074520" y="4858560"/>
            <a:ext cx="29880" cy="27360"/>
          </a:xfrm>
          <a:custGeom xmlns:a="http://schemas.openxmlformats.org/drawingml/2006/main">
            <a:rect l="0" t="0" r="r" b="b"/>
            <a:pathLst>
              <a:path w="83" h="76">
                <a:moveTo>
                  <a:pt x="37" y="76"/>
                </a:moveTo>
                <a:cubicBezTo>
                  <a:pt x="11" y="76"/>
                  <a:pt x="12" y="57"/>
                  <a:pt x="0" y="48"/>
                </a:cubicBezTo>
                <a:cubicBezTo>
                  <a:pt x="12" y="32"/>
                  <a:pt x="11" y="0"/>
                  <a:pt x="37" y="0"/>
                </a:cubicBezTo>
                <a:cubicBezTo>
                  <a:pt x="62" y="0"/>
                  <a:pt x="68" y="32"/>
                  <a:pt x="83" y="48"/>
                </a:cubicBezTo>
                <a:cubicBezTo>
                  <a:pt x="68" y="57"/>
                  <a:pt x="62" y="76"/>
                  <a:pt x="37" y="7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7640" rIns="90000" bIns="-176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7" name="">
            <a:extLst xmlns:a="http://schemas.openxmlformats.org/drawingml/2006/main">
              <a:ext uri="{FF2B5EF4-FFF2-40B4-BE49-F238E27FC236}">
                <a16:creationId xmlns:a16="http://schemas.microsoft.com/office/drawing/2014/main" id="{0734A59A-B516-4C05-84F2-925F091253EF}"/>
              </a:ext>
            </a:extLst>
          </p:cNvPr>
          <p:cNvSpPr>
            <a:spLocks xmlns:a="http://schemas.openxmlformats.org/drawingml/2006/main" noGrp="1"/>
          </p:cNvSpPr>
          <p:nvPr/>
        </p:nvSpPr>
        <p:spPr>
          <a:xfrm xmlns:a="http://schemas.openxmlformats.org/drawingml/2006/main" rot="0" flipH="0" flipV="0">
            <a:off x="9060480" y="4864320"/>
            <a:ext cx="141480" cy="120960"/>
          </a:xfrm>
          <a:custGeom xmlns:a="http://schemas.openxmlformats.org/drawingml/2006/main">
            <a:rect l="0" t="0" r="r" b="b"/>
            <a:pathLst>
              <a:path w="393" h="336">
                <a:moveTo>
                  <a:pt x="275" y="27"/>
                </a:moveTo>
                <a:cubicBezTo>
                  <a:pt x="219" y="-43"/>
                  <a:pt x="218" y="43"/>
                  <a:pt x="189" y="50"/>
                </a:cubicBezTo>
                <a:cubicBezTo>
                  <a:pt x="198" y="53"/>
                  <a:pt x="206" y="56"/>
                  <a:pt x="215" y="59"/>
                </a:cubicBezTo>
                <a:cubicBezTo>
                  <a:pt x="200" y="66"/>
                  <a:pt x="184" y="73"/>
                  <a:pt x="169" y="80"/>
                </a:cubicBezTo>
                <a:cubicBezTo>
                  <a:pt x="173" y="84"/>
                  <a:pt x="176" y="88"/>
                  <a:pt x="180" y="91"/>
                </a:cubicBezTo>
                <a:cubicBezTo>
                  <a:pt x="172" y="91"/>
                  <a:pt x="165" y="91"/>
                  <a:pt x="157" y="91"/>
                </a:cubicBezTo>
                <a:cubicBezTo>
                  <a:pt x="162" y="95"/>
                  <a:pt x="166" y="99"/>
                  <a:pt x="171" y="103"/>
                </a:cubicBezTo>
                <a:cubicBezTo>
                  <a:pt x="168" y="106"/>
                  <a:pt x="165" y="108"/>
                  <a:pt x="162" y="110"/>
                </a:cubicBezTo>
                <a:cubicBezTo>
                  <a:pt x="146" y="100"/>
                  <a:pt x="129" y="96"/>
                  <a:pt x="111" y="96"/>
                </a:cubicBezTo>
                <a:cubicBezTo>
                  <a:pt x="51" y="96"/>
                  <a:pt x="0" y="149"/>
                  <a:pt x="0" y="216"/>
                </a:cubicBezTo>
                <a:cubicBezTo>
                  <a:pt x="0" y="283"/>
                  <a:pt x="49" y="336"/>
                  <a:pt x="111" y="336"/>
                </a:cubicBezTo>
                <a:cubicBezTo>
                  <a:pt x="171" y="336"/>
                  <a:pt x="222" y="283"/>
                  <a:pt x="222" y="216"/>
                </a:cubicBezTo>
                <a:cubicBezTo>
                  <a:pt x="222" y="214"/>
                  <a:pt x="222" y="212"/>
                  <a:pt x="222" y="209"/>
                </a:cubicBezTo>
                <a:cubicBezTo>
                  <a:pt x="236" y="213"/>
                  <a:pt x="249" y="217"/>
                  <a:pt x="263" y="220"/>
                </a:cubicBezTo>
                <a:cubicBezTo>
                  <a:pt x="260" y="210"/>
                  <a:pt x="257" y="199"/>
                  <a:pt x="254" y="188"/>
                </a:cubicBezTo>
                <a:cubicBezTo>
                  <a:pt x="270" y="188"/>
                  <a:pt x="286" y="188"/>
                  <a:pt x="302" y="188"/>
                </a:cubicBezTo>
                <a:cubicBezTo>
                  <a:pt x="295" y="182"/>
                  <a:pt x="288" y="176"/>
                  <a:pt x="282" y="170"/>
                </a:cubicBezTo>
                <a:cubicBezTo>
                  <a:pt x="305" y="153"/>
                  <a:pt x="328" y="135"/>
                  <a:pt x="351" y="117"/>
                </a:cubicBezTo>
                <a:cubicBezTo>
                  <a:pt x="337" y="117"/>
                  <a:pt x="323" y="117"/>
                  <a:pt x="309" y="117"/>
                </a:cubicBezTo>
                <a:cubicBezTo>
                  <a:pt x="330" y="104"/>
                  <a:pt x="352" y="91"/>
                  <a:pt x="374" y="77"/>
                </a:cubicBezTo>
                <a:cubicBezTo>
                  <a:pt x="359" y="77"/>
                  <a:pt x="344" y="77"/>
                  <a:pt x="329" y="77"/>
                </a:cubicBezTo>
                <a:cubicBezTo>
                  <a:pt x="354" y="75"/>
                  <a:pt x="421" y="23"/>
                  <a:pt x="379" y="38"/>
                </a:cubicBezTo>
                <a:cubicBezTo>
                  <a:pt x="337" y="52"/>
                  <a:pt x="309" y="31"/>
                  <a:pt x="275" y="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38" name="">
            <a:extLst xmlns:a="http://schemas.openxmlformats.org/drawingml/2006/main">
              <a:ext uri="{FF2B5EF4-FFF2-40B4-BE49-F238E27FC236}">
                <a16:creationId xmlns:a16="http://schemas.microsoft.com/office/drawing/2014/main" id="{74E1BD42-5637-4DBB-B044-1AEAA9727EC5}"/>
              </a:ext>
            </a:extLst>
          </p:cNvPr>
          <p:cNvSpPr>
            <a:spLocks xmlns:a="http://schemas.openxmlformats.org/drawingml/2006/main" noGrp="1"/>
          </p:cNvSpPr>
          <p:nvPr/>
        </p:nvSpPr>
        <p:spPr>
          <a:xfrm xmlns:a="http://schemas.openxmlformats.org/drawingml/2006/main" rot="0" flipH="0" flipV="0">
            <a:off x="9015120" y="4945680"/>
            <a:ext cx="181440" cy="91800"/>
          </a:xfrm>
          <a:custGeom xmlns:a="http://schemas.openxmlformats.org/drawingml/2006/main">
            <a:rect l="0" t="0" r="r" b="b"/>
            <a:pathLst>
              <a:path w="504" h="255">
                <a:moveTo>
                  <a:pt x="197" y="126"/>
                </a:moveTo>
                <a:cubicBezTo>
                  <a:pt x="133" y="114"/>
                  <a:pt x="26" y="138"/>
                  <a:pt x="4" y="89"/>
                </a:cubicBezTo>
                <a:cubicBezTo>
                  <a:pt x="-28" y="20"/>
                  <a:pt x="167" y="-22"/>
                  <a:pt x="217" y="11"/>
                </a:cubicBezTo>
                <a:cubicBezTo>
                  <a:pt x="337" y="84"/>
                  <a:pt x="499" y="-58"/>
                  <a:pt x="504" y="156"/>
                </a:cubicBezTo>
                <a:cubicBezTo>
                  <a:pt x="506" y="209"/>
                  <a:pt x="379" y="364"/>
                  <a:pt x="197" y="12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0" name="">
            <a:extLst xmlns:a="http://schemas.openxmlformats.org/drawingml/2006/main">
              <a:ext uri="{FF2B5EF4-FFF2-40B4-BE49-F238E27FC236}">
                <a16:creationId xmlns:a16="http://schemas.microsoft.com/office/drawing/2014/main" id="{B81FD672-7C9D-4E01-A514-3DE8A6CF909E}"/>
              </a:ext>
            </a:extLst>
          </p:cNvPr>
          <p:cNvSpPr>
            <a:spLocks xmlns:a="http://schemas.openxmlformats.org/drawingml/2006/main" noGrp="1"/>
          </p:cNvSpPr>
          <p:nvPr/>
        </p:nvSpPr>
        <p:spPr>
          <a:xfrm xmlns:a="http://schemas.openxmlformats.org/drawingml/2006/main" rot="0" flipH="0" flipV="0">
            <a:off x="8190000" y="5139720"/>
            <a:ext cx="78480" cy="79200"/>
          </a:xfrm>
          <a:custGeom xmlns:a="http://schemas.openxmlformats.org/drawingml/2006/main">
            <a:rect l="0" t="0" r="r" b="b"/>
            <a:pathLst>
              <a:path w="218" h="220">
                <a:moveTo>
                  <a:pt x="0" y="110"/>
                </a:moveTo>
                <a:cubicBezTo>
                  <a:pt x="0" y="129"/>
                  <a:pt x="5" y="149"/>
                  <a:pt x="14" y="165"/>
                </a:cubicBezTo>
                <a:cubicBezTo>
                  <a:pt x="24" y="182"/>
                  <a:pt x="38" y="196"/>
                  <a:pt x="55" y="205"/>
                </a:cubicBezTo>
                <a:cubicBezTo>
                  <a:pt x="71" y="215"/>
                  <a:pt x="90" y="220"/>
                  <a:pt x="109" y="220"/>
                </a:cubicBezTo>
                <a:cubicBezTo>
                  <a:pt x="129" y="220"/>
                  <a:pt x="147" y="215"/>
                  <a:pt x="164" y="205"/>
                </a:cubicBezTo>
                <a:cubicBezTo>
                  <a:pt x="181" y="196"/>
                  <a:pt x="194" y="182"/>
                  <a:pt x="203" y="165"/>
                </a:cubicBezTo>
                <a:cubicBezTo>
                  <a:pt x="213" y="149"/>
                  <a:pt x="218" y="129"/>
                  <a:pt x="218" y="110"/>
                </a:cubicBezTo>
                <a:cubicBezTo>
                  <a:pt x="218" y="91"/>
                  <a:pt x="214" y="72"/>
                  <a:pt x="203" y="55"/>
                </a:cubicBezTo>
                <a:cubicBezTo>
                  <a:pt x="194" y="39"/>
                  <a:pt x="181" y="25"/>
                  <a:pt x="164" y="15"/>
                </a:cubicBezTo>
                <a:cubicBezTo>
                  <a:pt x="147" y="5"/>
                  <a:pt x="128" y="0"/>
                  <a:pt x="109" y="0"/>
                </a:cubicBezTo>
                <a:cubicBezTo>
                  <a:pt x="90" y="0"/>
                  <a:pt x="71" y="5"/>
                  <a:pt x="55" y="15"/>
                </a:cubicBezTo>
                <a:cubicBezTo>
                  <a:pt x="38" y="25"/>
                  <a:pt x="24" y="39"/>
                  <a:pt x="14" y="55"/>
                </a:cubicBezTo>
                <a:cubicBezTo>
                  <a:pt x="5" y="72"/>
                  <a:pt x="0" y="91"/>
                  <a:pt x="0" y="11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4200" rIns="90000" bIns="342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1" name="">
            <a:extLst xmlns:a="http://schemas.openxmlformats.org/drawingml/2006/main">
              <a:ext uri="{FF2B5EF4-FFF2-40B4-BE49-F238E27FC236}">
                <a16:creationId xmlns:a16="http://schemas.microsoft.com/office/drawing/2014/main" id="{AA05E2A9-E7A6-4BAD-AE52-9EF73DFA2FCC}"/>
              </a:ext>
            </a:extLst>
          </p:cNvPr>
          <p:cNvSpPr>
            <a:spLocks xmlns:a="http://schemas.openxmlformats.org/drawingml/2006/main" noGrp="1"/>
          </p:cNvSpPr>
          <p:nvPr/>
        </p:nvSpPr>
        <p:spPr>
          <a:xfrm xmlns:a="http://schemas.openxmlformats.org/drawingml/2006/main" rot="0" flipH="0" flipV="0">
            <a:off x="8218440" y="5131080"/>
            <a:ext cx="136440" cy="157320"/>
          </a:xfrm>
          <a:custGeom xmlns:a="http://schemas.openxmlformats.org/drawingml/2006/main">
            <a:rect l="0" t="0" r="r" b="b"/>
            <a:pathLst>
              <a:path w="379" h="437">
                <a:moveTo>
                  <a:pt x="22" y="367"/>
                </a:moveTo>
                <a:cubicBezTo>
                  <a:pt x="-61" y="85"/>
                  <a:pt x="113" y="122"/>
                  <a:pt x="158" y="0"/>
                </a:cubicBezTo>
                <a:cubicBezTo>
                  <a:pt x="223" y="29"/>
                  <a:pt x="288" y="58"/>
                  <a:pt x="352" y="87"/>
                </a:cubicBezTo>
                <a:cubicBezTo>
                  <a:pt x="352" y="85"/>
                  <a:pt x="412" y="357"/>
                  <a:pt x="354" y="417"/>
                </a:cubicBezTo>
                <a:cubicBezTo>
                  <a:pt x="311" y="462"/>
                  <a:pt x="39" y="424"/>
                  <a:pt x="22" y="36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2" name="">
            <a:extLst xmlns:a="http://schemas.openxmlformats.org/drawingml/2006/main">
              <a:ext uri="{FF2B5EF4-FFF2-40B4-BE49-F238E27FC236}">
                <a16:creationId xmlns:a16="http://schemas.microsoft.com/office/drawing/2014/main" id="{B8B85C86-E0EA-45FB-A17A-2D53042EBC93}"/>
              </a:ext>
            </a:extLst>
          </p:cNvPr>
          <p:cNvSpPr>
            <a:spLocks xmlns:a="http://schemas.openxmlformats.org/drawingml/2006/main" noGrp="1"/>
          </p:cNvSpPr>
          <p:nvPr/>
        </p:nvSpPr>
        <p:spPr>
          <a:xfrm xmlns:a="http://schemas.openxmlformats.org/drawingml/2006/main" rot="0" flipH="0" flipV="0">
            <a:off x="8264520" y="5218560"/>
            <a:ext cx="80640" cy="38160"/>
          </a:xfrm>
          <a:custGeom xmlns:a="http://schemas.openxmlformats.org/drawingml/2006/main">
            <a:rect l="0" t="0" r="r" b="b"/>
            <a:pathLst>
              <a:path w="224" h="106">
                <a:moveTo>
                  <a:pt x="194" y="52"/>
                </a:moveTo>
                <a:cubicBezTo>
                  <a:pt x="178" y="37"/>
                  <a:pt x="158" y="21"/>
                  <a:pt x="136" y="14"/>
                </a:cubicBezTo>
                <a:cubicBezTo>
                  <a:pt x="93" y="-4"/>
                  <a:pt x="43" y="-4"/>
                  <a:pt x="0" y="11"/>
                </a:cubicBezTo>
                <a:cubicBezTo>
                  <a:pt x="46" y="11"/>
                  <a:pt x="88" y="14"/>
                  <a:pt x="128" y="32"/>
                </a:cubicBezTo>
                <a:cubicBezTo>
                  <a:pt x="148" y="38"/>
                  <a:pt x="166" y="49"/>
                  <a:pt x="183" y="61"/>
                </a:cubicBezTo>
                <a:cubicBezTo>
                  <a:pt x="196" y="73"/>
                  <a:pt x="213" y="89"/>
                  <a:pt x="224" y="106"/>
                </a:cubicBezTo>
                <a:cubicBezTo>
                  <a:pt x="221" y="87"/>
                  <a:pt x="211" y="67"/>
                  <a:pt x="194" y="5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6840" rIns="90000" bIns="-6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3" name="">
            <a:extLst xmlns:a="http://schemas.openxmlformats.org/drawingml/2006/main">
              <a:ext uri="{FF2B5EF4-FFF2-40B4-BE49-F238E27FC236}">
                <a16:creationId xmlns:a16="http://schemas.microsoft.com/office/drawing/2014/main" id="{CF50AEC0-5BE7-4E5E-8014-9D9ABC797C49}"/>
              </a:ext>
            </a:extLst>
          </p:cNvPr>
          <p:cNvSpPr>
            <a:spLocks xmlns:a="http://schemas.openxmlformats.org/drawingml/2006/main" noGrp="1"/>
          </p:cNvSpPr>
          <p:nvPr/>
        </p:nvSpPr>
        <p:spPr>
          <a:xfrm xmlns:a="http://schemas.openxmlformats.org/drawingml/2006/main" rot="0" flipH="0" flipV="0">
            <a:off x="8328600" y="5118480"/>
            <a:ext cx="115920" cy="191520"/>
          </a:xfrm>
          <a:custGeom xmlns:a="http://schemas.openxmlformats.org/drawingml/2006/main">
            <a:rect l="0" t="0" r="r" b="b"/>
            <a:pathLst>
              <a:path w="322" h="532">
                <a:moveTo>
                  <a:pt x="65" y="500"/>
                </a:moveTo>
                <a:cubicBezTo>
                  <a:pt x="0" y="437"/>
                  <a:pt x="2" y="160"/>
                  <a:pt x="0" y="22"/>
                </a:cubicBezTo>
                <a:cubicBezTo>
                  <a:pt x="93" y="14"/>
                  <a:pt x="186" y="7"/>
                  <a:pt x="279" y="0"/>
                </a:cubicBezTo>
                <a:cubicBezTo>
                  <a:pt x="281" y="0"/>
                  <a:pt x="357" y="440"/>
                  <a:pt x="303" y="500"/>
                </a:cubicBezTo>
                <a:cubicBezTo>
                  <a:pt x="262" y="544"/>
                  <a:pt x="112" y="542"/>
                  <a:pt x="65" y="50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4" name="">
            <a:extLst xmlns:a="http://schemas.openxmlformats.org/drawingml/2006/main">
              <a:ext uri="{FF2B5EF4-FFF2-40B4-BE49-F238E27FC236}">
                <a16:creationId xmlns:a16="http://schemas.microsoft.com/office/drawing/2014/main" id="{AA283CBD-F577-4C83-96DE-C2AEDAC2F6C0}"/>
              </a:ext>
            </a:extLst>
          </p:cNvPr>
          <p:cNvSpPr>
            <a:spLocks xmlns:a="http://schemas.openxmlformats.org/drawingml/2006/main" noGrp="1"/>
          </p:cNvSpPr>
          <p:nvPr/>
        </p:nvSpPr>
        <p:spPr>
          <a:xfrm xmlns:a="http://schemas.openxmlformats.org/drawingml/2006/main" rot="0" flipH="0" flipV="0">
            <a:off x="8430120" y="5118480"/>
            <a:ext cx="116640" cy="191880"/>
          </a:xfrm>
          <a:custGeom xmlns:a="http://schemas.openxmlformats.org/drawingml/2006/main">
            <a:rect l="0" t="0" r="r" b="b"/>
            <a:pathLst>
              <a:path w="324" h="533">
                <a:moveTo>
                  <a:pt x="258" y="500"/>
                </a:moveTo>
                <a:cubicBezTo>
                  <a:pt x="324" y="437"/>
                  <a:pt x="321" y="160"/>
                  <a:pt x="324" y="22"/>
                </a:cubicBezTo>
                <a:cubicBezTo>
                  <a:pt x="231" y="14"/>
                  <a:pt x="138" y="7"/>
                  <a:pt x="45" y="0"/>
                </a:cubicBezTo>
                <a:cubicBezTo>
                  <a:pt x="37" y="167"/>
                  <a:pt x="-34" y="440"/>
                  <a:pt x="21" y="500"/>
                </a:cubicBezTo>
                <a:cubicBezTo>
                  <a:pt x="62" y="545"/>
                  <a:pt x="212" y="542"/>
                  <a:pt x="258" y="50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5" name="">
            <a:extLst xmlns:a="http://schemas.openxmlformats.org/drawingml/2006/main">
              <a:ext uri="{FF2B5EF4-FFF2-40B4-BE49-F238E27FC236}">
                <a16:creationId xmlns:a16="http://schemas.microsoft.com/office/drawing/2014/main" id="{236101DD-EAB6-4399-8F2B-AF4FE2DCFB31}"/>
              </a:ext>
            </a:extLst>
          </p:cNvPr>
          <p:cNvSpPr>
            <a:spLocks xmlns:a="http://schemas.openxmlformats.org/drawingml/2006/main" noGrp="1"/>
          </p:cNvSpPr>
          <p:nvPr/>
        </p:nvSpPr>
        <p:spPr>
          <a:xfrm xmlns:a="http://schemas.openxmlformats.org/drawingml/2006/main" rot="0" flipH="0" flipV="0">
            <a:off x="8433720" y="5220720"/>
            <a:ext cx="7920" cy="77760"/>
          </a:xfrm>
          <a:custGeom xmlns:a="http://schemas.openxmlformats.org/drawingml/2006/main">
            <a:rect l="0" t="0" r="r" b="b"/>
            <a:pathLst>
              <a:path w="22" h="216">
                <a:moveTo>
                  <a:pt x="22" y="108"/>
                </a:moveTo>
                <a:cubicBezTo>
                  <a:pt x="22" y="73"/>
                  <a:pt x="19" y="35"/>
                  <a:pt x="10" y="0"/>
                </a:cubicBezTo>
                <a:cubicBezTo>
                  <a:pt x="2" y="35"/>
                  <a:pt x="0" y="73"/>
                  <a:pt x="0" y="108"/>
                </a:cubicBezTo>
                <a:cubicBezTo>
                  <a:pt x="2" y="145"/>
                  <a:pt x="2" y="180"/>
                  <a:pt x="10" y="216"/>
                </a:cubicBezTo>
                <a:cubicBezTo>
                  <a:pt x="19" y="180"/>
                  <a:pt x="22" y="143"/>
                  <a:pt x="22" y="10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2760" rIns="90000" bIns="327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6" name="">
            <a:extLst xmlns:a="http://schemas.openxmlformats.org/drawingml/2006/main">
              <a:ext uri="{FF2B5EF4-FFF2-40B4-BE49-F238E27FC236}">
                <a16:creationId xmlns:a16="http://schemas.microsoft.com/office/drawing/2014/main" id="{84A12344-52BA-4896-8B0D-BDEF0B9857E9}"/>
              </a:ext>
            </a:extLst>
          </p:cNvPr>
          <p:cNvSpPr>
            <a:spLocks xmlns:a="http://schemas.openxmlformats.org/drawingml/2006/main" noGrp="1"/>
          </p:cNvSpPr>
          <p:nvPr/>
        </p:nvSpPr>
        <p:spPr>
          <a:xfrm xmlns:a="http://schemas.openxmlformats.org/drawingml/2006/main" rot="0" flipH="0" flipV="0">
            <a:off x="8349120" y="5110920"/>
            <a:ext cx="176760" cy="156960"/>
          </a:xfrm>
          <a:custGeom xmlns:a="http://schemas.openxmlformats.org/drawingml/2006/main">
            <a:rect l="0" t="0" r="r" b="b"/>
            <a:pathLst>
              <a:path w="491" h="436">
                <a:moveTo>
                  <a:pt x="246" y="436"/>
                </a:moveTo>
                <a:cubicBezTo>
                  <a:pt x="328" y="359"/>
                  <a:pt x="491" y="318"/>
                  <a:pt x="491" y="205"/>
                </a:cubicBezTo>
                <a:cubicBezTo>
                  <a:pt x="491" y="93"/>
                  <a:pt x="383" y="0"/>
                  <a:pt x="246" y="0"/>
                </a:cubicBezTo>
                <a:cubicBezTo>
                  <a:pt x="109" y="0"/>
                  <a:pt x="0" y="93"/>
                  <a:pt x="0" y="205"/>
                </a:cubicBezTo>
                <a:cubicBezTo>
                  <a:pt x="0" y="318"/>
                  <a:pt x="164" y="359"/>
                  <a:pt x="246" y="43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7" name="">
            <a:extLst xmlns:a="http://schemas.openxmlformats.org/drawingml/2006/main">
              <a:ext uri="{FF2B5EF4-FFF2-40B4-BE49-F238E27FC236}">
                <a16:creationId xmlns:a16="http://schemas.microsoft.com/office/drawing/2014/main" id="{2C04F6F6-3C14-41FF-8D04-88A8142A9E4E}"/>
              </a:ext>
            </a:extLst>
          </p:cNvPr>
          <p:cNvSpPr>
            <a:spLocks xmlns:a="http://schemas.openxmlformats.org/drawingml/2006/main" noGrp="1"/>
          </p:cNvSpPr>
          <p:nvPr/>
        </p:nvSpPr>
        <p:spPr>
          <a:xfrm xmlns:a="http://schemas.openxmlformats.org/drawingml/2006/main" rot="0" flipH="0" flipV="0">
            <a:off x="8235720" y="4770000"/>
            <a:ext cx="133200" cy="236880"/>
          </a:xfrm>
          <a:custGeom xmlns:a="http://schemas.openxmlformats.org/drawingml/2006/main">
            <a:rect l="0" t="0" r="r" b="b"/>
            <a:pathLst>
              <a:path w="370" h="658">
                <a:moveTo>
                  <a:pt x="337" y="288"/>
                </a:moveTo>
                <a:cubicBezTo>
                  <a:pt x="351" y="550"/>
                  <a:pt x="359" y="511"/>
                  <a:pt x="370" y="623"/>
                </a:cubicBezTo>
                <a:cubicBezTo>
                  <a:pt x="319" y="635"/>
                  <a:pt x="268" y="646"/>
                  <a:pt x="217" y="658"/>
                </a:cubicBezTo>
                <a:cubicBezTo>
                  <a:pt x="154" y="558"/>
                  <a:pt x="225" y="633"/>
                  <a:pt x="29" y="358"/>
                </a:cubicBezTo>
                <a:cubicBezTo>
                  <a:pt x="-42" y="255"/>
                  <a:pt x="34" y="15"/>
                  <a:pt x="78" y="0"/>
                </a:cubicBezTo>
                <a:cubicBezTo>
                  <a:pt x="106" y="-7"/>
                  <a:pt x="332" y="152"/>
                  <a:pt x="337" y="28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8" name="">
            <a:extLst xmlns:a="http://schemas.openxmlformats.org/drawingml/2006/main">
              <a:ext uri="{FF2B5EF4-FFF2-40B4-BE49-F238E27FC236}">
                <a16:creationId xmlns:a16="http://schemas.microsoft.com/office/drawing/2014/main" id="{E9A15F0D-B232-48E3-B31F-0471E39F1093}"/>
              </a:ext>
            </a:extLst>
          </p:cNvPr>
          <p:cNvSpPr>
            <a:spLocks xmlns:a="http://schemas.openxmlformats.org/drawingml/2006/main" noGrp="1"/>
          </p:cNvSpPr>
          <p:nvPr/>
        </p:nvSpPr>
        <p:spPr>
          <a:xfrm xmlns:a="http://schemas.openxmlformats.org/drawingml/2006/main" rot="0" flipH="0" flipV="0">
            <a:off x="8261280" y="4817520"/>
            <a:ext cx="96480" cy="187200"/>
          </a:xfrm>
          <a:custGeom xmlns:a="http://schemas.openxmlformats.org/drawingml/2006/main">
            <a:rect l="0" t="0" r="r" b="b"/>
            <a:pathLst>
              <a:path w="268" h="520">
                <a:moveTo>
                  <a:pt x="200" y="171"/>
                </a:moveTo>
                <a:cubicBezTo>
                  <a:pt x="252" y="426"/>
                  <a:pt x="246" y="389"/>
                  <a:pt x="268" y="499"/>
                </a:cubicBezTo>
                <a:cubicBezTo>
                  <a:pt x="235" y="506"/>
                  <a:pt x="201" y="513"/>
                  <a:pt x="167" y="520"/>
                </a:cubicBezTo>
                <a:cubicBezTo>
                  <a:pt x="118" y="417"/>
                  <a:pt x="167" y="503"/>
                  <a:pt x="20" y="210"/>
                </a:cubicBezTo>
                <a:cubicBezTo>
                  <a:pt x="-19" y="136"/>
                  <a:pt x="4" y="14"/>
                  <a:pt x="44" y="1"/>
                </a:cubicBezTo>
                <a:cubicBezTo>
                  <a:pt x="72" y="-7"/>
                  <a:pt x="179" y="66"/>
                  <a:pt x="200" y="17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49" name="">
            <a:extLst xmlns:a="http://schemas.openxmlformats.org/drawingml/2006/main">
              <a:ext uri="{FF2B5EF4-FFF2-40B4-BE49-F238E27FC236}">
                <a16:creationId xmlns:a16="http://schemas.microsoft.com/office/drawing/2014/main" id="{7F909858-C450-435B-B68D-E3688DFBDF41}"/>
              </a:ext>
            </a:extLst>
          </p:cNvPr>
          <p:cNvSpPr>
            <a:spLocks xmlns:a="http://schemas.openxmlformats.org/drawingml/2006/main" noGrp="1"/>
          </p:cNvSpPr>
          <p:nvPr/>
        </p:nvSpPr>
        <p:spPr>
          <a:xfrm xmlns:a="http://schemas.openxmlformats.org/drawingml/2006/main" rot="0" flipH="0" flipV="0">
            <a:off x="8506080" y="4770000"/>
            <a:ext cx="133920" cy="236880"/>
          </a:xfrm>
          <a:custGeom xmlns:a="http://schemas.openxmlformats.org/drawingml/2006/main">
            <a:rect l="0" t="0" r="r" b="b"/>
            <a:pathLst>
              <a:path w="372" h="658">
                <a:moveTo>
                  <a:pt x="33" y="288"/>
                </a:moveTo>
                <a:cubicBezTo>
                  <a:pt x="20" y="550"/>
                  <a:pt x="11" y="511"/>
                  <a:pt x="0" y="623"/>
                </a:cubicBezTo>
                <a:cubicBezTo>
                  <a:pt x="51" y="635"/>
                  <a:pt x="103" y="646"/>
                  <a:pt x="154" y="658"/>
                </a:cubicBezTo>
                <a:cubicBezTo>
                  <a:pt x="216" y="558"/>
                  <a:pt x="146" y="633"/>
                  <a:pt x="342" y="358"/>
                </a:cubicBezTo>
                <a:cubicBezTo>
                  <a:pt x="415" y="255"/>
                  <a:pt x="337" y="15"/>
                  <a:pt x="292" y="0"/>
                </a:cubicBezTo>
                <a:cubicBezTo>
                  <a:pt x="265" y="-7"/>
                  <a:pt x="38" y="152"/>
                  <a:pt x="33" y="28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0" name="">
            <a:extLst xmlns:a="http://schemas.openxmlformats.org/drawingml/2006/main">
              <a:ext uri="{FF2B5EF4-FFF2-40B4-BE49-F238E27FC236}">
                <a16:creationId xmlns:a16="http://schemas.microsoft.com/office/drawing/2014/main" id="{7D9721F3-FFD7-4600-950E-FFF6B5FD3F42}"/>
              </a:ext>
            </a:extLst>
          </p:cNvPr>
          <p:cNvSpPr>
            <a:spLocks xmlns:a="http://schemas.openxmlformats.org/drawingml/2006/main" noGrp="1"/>
          </p:cNvSpPr>
          <p:nvPr/>
        </p:nvSpPr>
        <p:spPr>
          <a:xfrm xmlns:a="http://schemas.openxmlformats.org/drawingml/2006/main" rot="0" flipH="0" flipV="0">
            <a:off x="8517240" y="4817520"/>
            <a:ext cx="96480" cy="188280"/>
          </a:xfrm>
          <a:custGeom xmlns:a="http://schemas.openxmlformats.org/drawingml/2006/main">
            <a:rect l="0" t="0" r="r" b="b"/>
            <a:pathLst>
              <a:path w="268" h="523">
                <a:moveTo>
                  <a:pt x="68" y="171"/>
                </a:moveTo>
                <a:cubicBezTo>
                  <a:pt x="15" y="426"/>
                  <a:pt x="23" y="389"/>
                  <a:pt x="0" y="499"/>
                </a:cubicBezTo>
                <a:cubicBezTo>
                  <a:pt x="33" y="507"/>
                  <a:pt x="65" y="515"/>
                  <a:pt x="98" y="523"/>
                </a:cubicBezTo>
                <a:cubicBezTo>
                  <a:pt x="148" y="420"/>
                  <a:pt x="98" y="505"/>
                  <a:pt x="248" y="213"/>
                </a:cubicBezTo>
                <a:cubicBezTo>
                  <a:pt x="286" y="136"/>
                  <a:pt x="267" y="14"/>
                  <a:pt x="223" y="1"/>
                </a:cubicBezTo>
                <a:cubicBezTo>
                  <a:pt x="196" y="-7"/>
                  <a:pt x="90" y="66"/>
                  <a:pt x="68" y="17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1" name="">
            <a:extLst xmlns:a="http://schemas.openxmlformats.org/drawingml/2006/main">
              <a:ext uri="{FF2B5EF4-FFF2-40B4-BE49-F238E27FC236}">
                <a16:creationId xmlns:a16="http://schemas.microsoft.com/office/drawing/2014/main" id="{21CBB2B9-5282-414A-84E2-E2927891F4E9}"/>
              </a:ext>
            </a:extLst>
          </p:cNvPr>
          <p:cNvSpPr>
            <a:spLocks xmlns:a="http://schemas.openxmlformats.org/drawingml/2006/main" noGrp="1"/>
          </p:cNvSpPr>
          <p:nvPr/>
        </p:nvSpPr>
        <p:spPr>
          <a:xfrm xmlns:a="http://schemas.openxmlformats.org/drawingml/2006/main" rot="0" flipH="0" flipV="0">
            <a:off x="8257680" y="4914000"/>
            <a:ext cx="360000" cy="288720"/>
          </a:xfrm>
          <a:custGeom xmlns:a="http://schemas.openxmlformats.org/drawingml/2006/main">
            <a:rect l="0" t="0" r="r" b="b"/>
            <a:pathLst>
              <a:path w="1000" h="802">
                <a:moveTo>
                  <a:pt x="500" y="0"/>
                </a:moveTo>
                <a:cubicBezTo>
                  <a:pt x="224" y="0"/>
                  <a:pt x="99" y="108"/>
                  <a:pt x="99" y="258"/>
                </a:cubicBezTo>
                <a:cubicBezTo>
                  <a:pt x="99" y="383"/>
                  <a:pt x="-108" y="568"/>
                  <a:pt x="77" y="690"/>
                </a:cubicBezTo>
                <a:cubicBezTo>
                  <a:pt x="167" y="751"/>
                  <a:pt x="320" y="802"/>
                  <a:pt x="500" y="802"/>
                </a:cubicBezTo>
                <a:cubicBezTo>
                  <a:pt x="680" y="802"/>
                  <a:pt x="833" y="751"/>
                  <a:pt x="923" y="690"/>
                </a:cubicBezTo>
                <a:cubicBezTo>
                  <a:pt x="1109" y="565"/>
                  <a:pt x="902" y="383"/>
                  <a:pt x="902" y="258"/>
                </a:cubicBezTo>
                <a:cubicBezTo>
                  <a:pt x="902" y="108"/>
                  <a:pt x="779" y="0"/>
                  <a:pt x="500"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2" name="">
            <a:extLst xmlns:a="http://schemas.openxmlformats.org/drawingml/2006/main">
              <a:ext uri="{FF2B5EF4-FFF2-40B4-BE49-F238E27FC236}">
                <a16:creationId xmlns:a16="http://schemas.microsoft.com/office/drawing/2014/main" id="{12960EFC-2151-45A3-B8E4-1068ADED4E65}"/>
              </a:ext>
            </a:extLst>
          </p:cNvPr>
          <p:cNvSpPr>
            <a:spLocks xmlns:a="http://schemas.openxmlformats.org/drawingml/2006/main" noGrp="1"/>
          </p:cNvSpPr>
          <p:nvPr/>
        </p:nvSpPr>
        <p:spPr>
          <a:xfrm xmlns:a="http://schemas.openxmlformats.org/drawingml/2006/main" rot="0" flipH="0" flipV="0">
            <a:off x="8281080" y="4953600"/>
            <a:ext cx="315360" cy="239400"/>
          </a:xfrm>
          <a:custGeom xmlns:a="http://schemas.openxmlformats.org/drawingml/2006/main">
            <a:rect l="0" t="0" r="r" b="b"/>
            <a:pathLst>
              <a:path w="876" h="665">
                <a:moveTo>
                  <a:pt x="400" y="22"/>
                </a:moveTo>
                <a:cubicBezTo>
                  <a:pt x="424" y="-7"/>
                  <a:pt x="446" y="-7"/>
                  <a:pt x="471" y="22"/>
                </a:cubicBezTo>
                <a:cubicBezTo>
                  <a:pt x="528" y="90"/>
                  <a:pt x="619" y="235"/>
                  <a:pt x="624" y="355"/>
                </a:cubicBezTo>
                <a:cubicBezTo>
                  <a:pt x="727" y="342"/>
                  <a:pt x="845" y="347"/>
                  <a:pt x="869" y="397"/>
                </a:cubicBezTo>
                <a:cubicBezTo>
                  <a:pt x="916" y="497"/>
                  <a:pt x="697" y="665"/>
                  <a:pt x="438" y="665"/>
                </a:cubicBezTo>
                <a:cubicBezTo>
                  <a:pt x="176" y="665"/>
                  <a:pt x="-40" y="497"/>
                  <a:pt x="6" y="397"/>
                </a:cubicBezTo>
                <a:cubicBezTo>
                  <a:pt x="26" y="347"/>
                  <a:pt x="146" y="342"/>
                  <a:pt x="247" y="355"/>
                </a:cubicBezTo>
                <a:cubicBezTo>
                  <a:pt x="252" y="235"/>
                  <a:pt x="342" y="90"/>
                  <a:pt x="400" y="2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3" name="">
            <a:extLst xmlns:a="http://schemas.openxmlformats.org/drawingml/2006/main">
              <a:ext uri="{FF2B5EF4-FFF2-40B4-BE49-F238E27FC236}">
                <a16:creationId xmlns:a16="http://schemas.microsoft.com/office/drawing/2014/main" id="{10486DAB-A2E2-42B2-92B4-34428CEFD8D9}"/>
              </a:ext>
            </a:extLst>
          </p:cNvPr>
          <p:cNvSpPr>
            <a:spLocks xmlns:a="http://schemas.openxmlformats.org/drawingml/2006/main" noGrp="1"/>
          </p:cNvSpPr>
          <p:nvPr/>
        </p:nvSpPr>
        <p:spPr>
          <a:xfrm xmlns:a="http://schemas.openxmlformats.org/drawingml/2006/main" rot="0" flipH="0" flipV="0">
            <a:off x="8363160" y="5124600"/>
            <a:ext cx="148320" cy="49680"/>
          </a:xfrm>
          <a:custGeom xmlns:a="http://schemas.openxmlformats.org/drawingml/2006/main">
            <a:rect l="0" t="0" r="r" b="b"/>
            <a:pathLst>
              <a:path w="412" h="138">
                <a:moveTo>
                  <a:pt x="83" y="50"/>
                </a:moveTo>
                <a:cubicBezTo>
                  <a:pt x="113" y="53"/>
                  <a:pt x="146" y="45"/>
                  <a:pt x="171" y="30"/>
                </a:cubicBezTo>
                <a:cubicBezTo>
                  <a:pt x="184" y="23"/>
                  <a:pt x="196" y="12"/>
                  <a:pt x="206" y="0"/>
                </a:cubicBezTo>
                <a:cubicBezTo>
                  <a:pt x="214" y="12"/>
                  <a:pt x="228" y="23"/>
                  <a:pt x="242" y="30"/>
                </a:cubicBezTo>
                <a:cubicBezTo>
                  <a:pt x="269" y="45"/>
                  <a:pt x="299" y="53"/>
                  <a:pt x="329" y="50"/>
                </a:cubicBezTo>
                <a:cubicBezTo>
                  <a:pt x="359" y="50"/>
                  <a:pt x="390" y="40"/>
                  <a:pt x="411" y="23"/>
                </a:cubicBezTo>
                <a:cubicBezTo>
                  <a:pt x="425" y="12"/>
                  <a:pt x="353" y="138"/>
                  <a:pt x="206" y="138"/>
                </a:cubicBezTo>
                <a:cubicBezTo>
                  <a:pt x="59" y="138"/>
                  <a:pt x="-12" y="12"/>
                  <a:pt x="2" y="23"/>
                </a:cubicBezTo>
                <a:cubicBezTo>
                  <a:pt x="23" y="38"/>
                  <a:pt x="53" y="47"/>
                  <a:pt x="83" y="5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680" rIns="90000" bIns="46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4" name="">
            <a:extLst xmlns:a="http://schemas.openxmlformats.org/drawingml/2006/main">
              <a:ext uri="{FF2B5EF4-FFF2-40B4-BE49-F238E27FC236}">
                <a16:creationId xmlns:a16="http://schemas.microsoft.com/office/drawing/2014/main" id="{A94576CA-F584-4AFD-AED2-F813E39C488F}"/>
              </a:ext>
            </a:extLst>
          </p:cNvPr>
          <p:cNvSpPr>
            <a:spLocks xmlns:a="http://schemas.openxmlformats.org/drawingml/2006/main" noGrp="1"/>
          </p:cNvSpPr>
          <p:nvPr/>
        </p:nvSpPr>
        <p:spPr>
          <a:xfrm xmlns:a="http://schemas.openxmlformats.org/drawingml/2006/main" rot="0" flipH="0" flipV="0">
            <a:off x="8310600" y="4988880"/>
            <a:ext cx="87120" cy="95040"/>
          </a:xfrm>
          <a:custGeom xmlns:a="http://schemas.openxmlformats.org/drawingml/2006/main">
            <a:rect l="0" t="0" r="r" b="b"/>
            <a:pathLst>
              <a:path w="242" h="264">
                <a:moveTo>
                  <a:pt x="159" y="7"/>
                </a:moveTo>
                <a:cubicBezTo>
                  <a:pt x="76" y="-23"/>
                  <a:pt x="22" y="50"/>
                  <a:pt x="8" y="89"/>
                </a:cubicBezTo>
                <a:cubicBezTo>
                  <a:pt x="-13" y="149"/>
                  <a:pt x="13" y="217"/>
                  <a:pt x="22" y="232"/>
                </a:cubicBezTo>
                <a:cubicBezTo>
                  <a:pt x="28" y="242"/>
                  <a:pt x="88" y="290"/>
                  <a:pt x="221" y="244"/>
                </a:cubicBezTo>
                <a:cubicBezTo>
                  <a:pt x="219" y="244"/>
                  <a:pt x="254" y="177"/>
                  <a:pt x="237" y="114"/>
                </a:cubicBezTo>
                <a:cubicBezTo>
                  <a:pt x="211" y="78"/>
                  <a:pt x="229" y="32"/>
                  <a:pt x="159" y="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5" name="">
            <a:extLst xmlns:a="http://schemas.openxmlformats.org/drawingml/2006/main">
              <a:ext uri="{FF2B5EF4-FFF2-40B4-BE49-F238E27FC236}">
                <a16:creationId xmlns:a16="http://schemas.microsoft.com/office/drawing/2014/main" id="{75FDABAA-CD9D-45EB-A9E3-8A696B38E13C}"/>
              </a:ext>
            </a:extLst>
          </p:cNvPr>
          <p:cNvSpPr>
            <a:spLocks xmlns:a="http://schemas.openxmlformats.org/drawingml/2006/main" noGrp="1"/>
          </p:cNvSpPr>
          <p:nvPr/>
        </p:nvSpPr>
        <p:spPr>
          <a:xfrm xmlns:a="http://schemas.openxmlformats.org/drawingml/2006/main" rot="0" flipH="0" flipV="0">
            <a:off x="8305200" y="4983840"/>
            <a:ext cx="91080" cy="102600"/>
          </a:xfrm>
          <a:custGeom xmlns:a="http://schemas.openxmlformats.org/drawingml/2006/main">
            <a:rect l="0" t="0" r="r" b="b"/>
            <a:pathLst>
              <a:path w="253" h="285">
                <a:moveTo>
                  <a:pt x="223" y="46"/>
                </a:moveTo>
                <a:cubicBezTo>
                  <a:pt x="213" y="33"/>
                  <a:pt x="201" y="23"/>
                  <a:pt x="188" y="15"/>
                </a:cubicBezTo>
                <a:cubicBezTo>
                  <a:pt x="182" y="11"/>
                  <a:pt x="175" y="8"/>
                  <a:pt x="166" y="6"/>
                </a:cubicBezTo>
                <a:cubicBezTo>
                  <a:pt x="158" y="3"/>
                  <a:pt x="150" y="1"/>
                  <a:pt x="142" y="1"/>
                </a:cubicBezTo>
                <a:cubicBezTo>
                  <a:pt x="109" y="-4"/>
                  <a:pt x="75" y="11"/>
                  <a:pt x="54" y="31"/>
                </a:cubicBezTo>
                <a:cubicBezTo>
                  <a:pt x="32" y="50"/>
                  <a:pt x="14" y="78"/>
                  <a:pt x="5" y="108"/>
                </a:cubicBezTo>
                <a:cubicBezTo>
                  <a:pt x="-3" y="138"/>
                  <a:pt x="-1" y="170"/>
                  <a:pt x="7" y="201"/>
                </a:cubicBezTo>
                <a:cubicBezTo>
                  <a:pt x="10" y="216"/>
                  <a:pt x="16" y="231"/>
                  <a:pt x="24" y="243"/>
                </a:cubicBezTo>
                <a:cubicBezTo>
                  <a:pt x="25" y="245"/>
                  <a:pt x="26" y="246"/>
                  <a:pt x="27" y="248"/>
                </a:cubicBezTo>
                <a:cubicBezTo>
                  <a:pt x="27" y="250"/>
                  <a:pt x="27" y="253"/>
                  <a:pt x="27" y="255"/>
                </a:cubicBezTo>
                <a:cubicBezTo>
                  <a:pt x="28" y="256"/>
                  <a:pt x="28" y="257"/>
                  <a:pt x="29" y="258"/>
                </a:cubicBezTo>
                <a:cubicBezTo>
                  <a:pt x="32" y="261"/>
                  <a:pt x="35" y="263"/>
                  <a:pt x="40" y="266"/>
                </a:cubicBezTo>
                <a:cubicBezTo>
                  <a:pt x="49" y="271"/>
                  <a:pt x="54" y="273"/>
                  <a:pt x="62" y="275"/>
                </a:cubicBezTo>
                <a:cubicBezTo>
                  <a:pt x="92" y="286"/>
                  <a:pt x="122" y="286"/>
                  <a:pt x="152" y="283"/>
                </a:cubicBezTo>
                <a:cubicBezTo>
                  <a:pt x="182" y="278"/>
                  <a:pt x="210" y="271"/>
                  <a:pt x="237" y="258"/>
                </a:cubicBezTo>
                <a:cubicBezTo>
                  <a:pt x="210" y="263"/>
                  <a:pt x="179" y="271"/>
                  <a:pt x="152" y="271"/>
                </a:cubicBezTo>
                <a:cubicBezTo>
                  <a:pt x="125" y="271"/>
                  <a:pt x="95" y="269"/>
                  <a:pt x="70" y="258"/>
                </a:cubicBezTo>
                <a:cubicBezTo>
                  <a:pt x="65" y="255"/>
                  <a:pt x="59" y="254"/>
                  <a:pt x="54" y="248"/>
                </a:cubicBezTo>
                <a:cubicBezTo>
                  <a:pt x="52" y="246"/>
                  <a:pt x="49" y="246"/>
                  <a:pt x="49" y="243"/>
                </a:cubicBezTo>
                <a:cubicBezTo>
                  <a:pt x="48" y="242"/>
                  <a:pt x="47" y="240"/>
                  <a:pt x="46" y="238"/>
                </a:cubicBezTo>
                <a:cubicBezTo>
                  <a:pt x="40" y="226"/>
                  <a:pt x="37" y="213"/>
                  <a:pt x="32" y="201"/>
                </a:cubicBezTo>
                <a:cubicBezTo>
                  <a:pt x="27" y="173"/>
                  <a:pt x="24" y="146"/>
                  <a:pt x="32" y="120"/>
                </a:cubicBezTo>
                <a:cubicBezTo>
                  <a:pt x="37" y="96"/>
                  <a:pt x="54" y="73"/>
                  <a:pt x="73" y="56"/>
                </a:cubicBezTo>
                <a:cubicBezTo>
                  <a:pt x="92" y="38"/>
                  <a:pt x="117" y="26"/>
                  <a:pt x="142" y="29"/>
                </a:cubicBezTo>
                <a:cubicBezTo>
                  <a:pt x="147" y="29"/>
                  <a:pt x="154" y="28"/>
                  <a:pt x="160" y="31"/>
                </a:cubicBezTo>
                <a:cubicBezTo>
                  <a:pt x="166" y="33"/>
                  <a:pt x="175" y="33"/>
                  <a:pt x="180" y="36"/>
                </a:cubicBezTo>
                <a:cubicBezTo>
                  <a:pt x="193" y="41"/>
                  <a:pt x="205" y="48"/>
                  <a:pt x="213" y="58"/>
                </a:cubicBezTo>
                <a:cubicBezTo>
                  <a:pt x="231" y="73"/>
                  <a:pt x="245" y="99"/>
                  <a:pt x="253" y="128"/>
                </a:cubicBezTo>
                <a:cubicBezTo>
                  <a:pt x="253" y="99"/>
                  <a:pt x="243" y="71"/>
                  <a:pt x="223" y="4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6" name="">
            <a:extLst xmlns:a="http://schemas.openxmlformats.org/drawingml/2006/main">
              <a:ext uri="{FF2B5EF4-FFF2-40B4-BE49-F238E27FC236}">
                <a16:creationId xmlns:a16="http://schemas.microsoft.com/office/drawing/2014/main" id="{7258C8E9-6767-41F1-BF95-D9B45AE61FFF}"/>
              </a:ext>
            </a:extLst>
          </p:cNvPr>
          <p:cNvSpPr>
            <a:spLocks xmlns:a="http://schemas.openxmlformats.org/drawingml/2006/main" noGrp="1"/>
          </p:cNvSpPr>
          <p:nvPr/>
        </p:nvSpPr>
        <p:spPr>
          <a:xfrm xmlns:a="http://schemas.openxmlformats.org/drawingml/2006/main" rot="0" flipH="0" flipV="0">
            <a:off x="8333280" y="5011200"/>
            <a:ext cx="51120" cy="57600"/>
          </a:xfrm>
          <a:custGeom xmlns:a="http://schemas.openxmlformats.org/drawingml/2006/main">
            <a:rect l="0" t="0" r="r" b="b"/>
            <a:pathLst>
              <a:path w="142" h="160">
                <a:moveTo>
                  <a:pt x="0" y="80"/>
                </a:moveTo>
                <a:cubicBezTo>
                  <a:pt x="0" y="94"/>
                  <a:pt x="3" y="108"/>
                  <a:pt x="9" y="120"/>
                </a:cubicBezTo>
                <a:cubicBezTo>
                  <a:pt x="15" y="132"/>
                  <a:pt x="24" y="142"/>
                  <a:pt x="35" y="149"/>
                </a:cubicBezTo>
                <a:cubicBezTo>
                  <a:pt x="46" y="156"/>
                  <a:pt x="59" y="160"/>
                  <a:pt x="71" y="160"/>
                </a:cubicBezTo>
                <a:cubicBezTo>
                  <a:pt x="84" y="160"/>
                  <a:pt x="96" y="156"/>
                  <a:pt x="106" y="149"/>
                </a:cubicBezTo>
                <a:cubicBezTo>
                  <a:pt x="117" y="142"/>
                  <a:pt x="126" y="132"/>
                  <a:pt x="132" y="120"/>
                </a:cubicBezTo>
                <a:cubicBezTo>
                  <a:pt x="138" y="108"/>
                  <a:pt x="142" y="94"/>
                  <a:pt x="142" y="80"/>
                </a:cubicBezTo>
                <a:cubicBezTo>
                  <a:pt x="142" y="66"/>
                  <a:pt x="138" y="52"/>
                  <a:pt x="132" y="40"/>
                </a:cubicBezTo>
                <a:cubicBezTo>
                  <a:pt x="126" y="27"/>
                  <a:pt x="117" y="17"/>
                  <a:pt x="106" y="10"/>
                </a:cubicBezTo>
                <a:cubicBezTo>
                  <a:pt x="96" y="3"/>
                  <a:pt x="84" y="0"/>
                  <a:pt x="71" y="0"/>
                </a:cubicBezTo>
                <a:cubicBezTo>
                  <a:pt x="59" y="0"/>
                  <a:pt x="46" y="3"/>
                  <a:pt x="35" y="10"/>
                </a:cubicBezTo>
                <a:cubicBezTo>
                  <a:pt x="24" y="17"/>
                  <a:pt x="15" y="27"/>
                  <a:pt x="9" y="40"/>
                </a:cubicBezTo>
                <a:cubicBezTo>
                  <a:pt x="3" y="52"/>
                  <a:pt x="0" y="66"/>
                  <a:pt x="0" y="8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2600" rIns="90000" bIns="126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7" name="">
            <a:extLst xmlns:a="http://schemas.openxmlformats.org/drawingml/2006/main">
              <a:ext uri="{FF2B5EF4-FFF2-40B4-BE49-F238E27FC236}">
                <a16:creationId xmlns:a16="http://schemas.microsoft.com/office/drawing/2014/main" id="{728FBFE4-E7B3-4D4F-B32A-8B527C4C7829}"/>
              </a:ext>
            </a:extLst>
          </p:cNvPr>
          <p:cNvSpPr>
            <a:spLocks xmlns:a="http://schemas.openxmlformats.org/drawingml/2006/main" noGrp="1"/>
          </p:cNvSpPr>
          <p:nvPr/>
        </p:nvSpPr>
        <p:spPr>
          <a:xfrm xmlns:a="http://schemas.openxmlformats.org/drawingml/2006/main" rot="0" flipH="0" flipV="0">
            <a:off x="8477640" y="4988880"/>
            <a:ext cx="86760" cy="95040"/>
          </a:xfrm>
          <a:custGeom xmlns:a="http://schemas.openxmlformats.org/drawingml/2006/main">
            <a:rect l="0" t="0" r="r" b="b"/>
            <a:pathLst>
              <a:path w="241" h="264">
                <a:moveTo>
                  <a:pt x="83" y="7"/>
                </a:moveTo>
                <a:cubicBezTo>
                  <a:pt x="164" y="-23"/>
                  <a:pt x="219" y="50"/>
                  <a:pt x="233" y="89"/>
                </a:cubicBezTo>
                <a:cubicBezTo>
                  <a:pt x="255" y="149"/>
                  <a:pt x="227" y="217"/>
                  <a:pt x="219" y="232"/>
                </a:cubicBezTo>
                <a:cubicBezTo>
                  <a:pt x="214" y="242"/>
                  <a:pt x="154" y="290"/>
                  <a:pt x="20" y="244"/>
                </a:cubicBezTo>
                <a:cubicBezTo>
                  <a:pt x="23" y="244"/>
                  <a:pt x="-10" y="177"/>
                  <a:pt x="3" y="114"/>
                </a:cubicBezTo>
                <a:cubicBezTo>
                  <a:pt x="30" y="78"/>
                  <a:pt x="11" y="32"/>
                  <a:pt x="83" y="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8" name="">
            <a:extLst xmlns:a="http://schemas.openxmlformats.org/drawingml/2006/main">
              <a:ext uri="{FF2B5EF4-FFF2-40B4-BE49-F238E27FC236}">
                <a16:creationId xmlns:a16="http://schemas.microsoft.com/office/drawing/2014/main" id="{926E5CF9-D43E-4629-BA8E-21010DEC6FAE}"/>
              </a:ext>
            </a:extLst>
          </p:cNvPr>
          <p:cNvSpPr>
            <a:spLocks xmlns:a="http://schemas.openxmlformats.org/drawingml/2006/main" noGrp="1"/>
          </p:cNvSpPr>
          <p:nvPr/>
        </p:nvSpPr>
        <p:spPr>
          <a:xfrm xmlns:a="http://schemas.openxmlformats.org/drawingml/2006/main" rot="0" flipH="0" flipV="0">
            <a:off x="8478720" y="4984560"/>
            <a:ext cx="91800" cy="101160"/>
          </a:xfrm>
          <a:custGeom xmlns:a="http://schemas.openxmlformats.org/drawingml/2006/main">
            <a:rect l="0" t="0" r="r" b="b"/>
            <a:pathLst>
              <a:path w="255" h="281">
                <a:moveTo>
                  <a:pt x="41" y="54"/>
                </a:moveTo>
                <a:cubicBezTo>
                  <a:pt x="53" y="43"/>
                  <a:pt x="63" y="36"/>
                  <a:pt x="74" y="31"/>
                </a:cubicBezTo>
                <a:cubicBezTo>
                  <a:pt x="79" y="28"/>
                  <a:pt x="88" y="26"/>
                  <a:pt x="93" y="26"/>
                </a:cubicBezTo>
                <a:cubicBezTo>
                  <a:pt x="99" y="24"/>
                  <a:pt x="107" y="24"/>
                  <a:pt x="113" y="24"/>
                </a:cubicBezTo>
                <a:cubicBezTo>
                  <a:pt x="137" y="24"/>
                  <a:pt x="164" y="34"/>
                  <a:pt x="181" y="51"/>
                </a:cubicBezTo>
                <a:cubicBezTo>
                  <a:pt x="199" y="69"/>
                  <a:pt x="216" y="94"/>
                  <a:pt x="222" y="116"/>
                </a:cubicBezTo>
                <a:cubicBezTo>
                  <a:pt x="227" y="141"/>
                  <a:pt x="227" y="168"/>
                  <a:pt x="222" y="196"/>
                </a:cubicBezTo>
                <a:cubicBezTo>
                  <a:pt x="219" y="209"/>
                  <a:pt x="214" y="224"/>
                  <a:pt x="208" y="233"/>
                </a:cubicBezTo>
                <a:cubicBezTo>
                  <a:pt x="207" y="235"/>
                  <a:pt x="206" y="237"/>
                  <a:pt x="205" y="238"/>
                </a:cubicBezTo>
                <a:cubicBezTo>
                  <a:pt x="202" y="241"/>
                  <a:pt x="199" y="241"/>
                  <a:pt x="199" y="244"/>
                </a:cubicBezTo>
                <a:cubicBezTo>
                  <a:pt x="194" y="246"/>
                  <a:pt x="189" y="251"/>
                  <a:pt x="184" y="253"/>
                </a:cubicBezTo>
                <a:cubicBezTo>
                  <a:pt x="159" y="264"/>
                  <a:pt x="131" y="268"/>
                  <a:pt x="101" y="266"/>
                </a:cubicBezTo>
                <a:cubicBezTo>
                  <a:pt x="74" y="266"/>
                  <a:pt x="44" y="261"/>
                  <a:pt x="17" y="253"/>
                </a:cubicBezTo>
                <a:cubicBezTo>
                  <a:pt x="44" y="266"/>
                  <a:pt x="71" y="274"/>
                  <a:pt x="101" y="279"/>
                </a:cubicBezTo>
                <a:cubicBezTo>
                  <a:pt x="131" y="284"/>
                  <a:pt x="161" y="281"/>
                  <a:pt x="192" y="271"/>
                </a:cubicBezTo>
                <a:cubicBezTo>
                  <a:pt x="199" y="268"/>
                  <a:pt x="205" y="266"/>
                  <a:pt x="214" y="261"/>
                </a:cubicBezTo>
                <a:cubicBezTo>
                  <a:pt x="216" y="259"/>
                  <a:pt x="222" y="256"/>
                  <a:pt x="224" y="253"/>
                </a:cubicBezTo>
                <a:cubicBezTo>
                  <a:pt x="225" y="253"/>
                  <a:pt x="226" y="252"/>
                  <a:pt x="227" y="251"/>
                </a:cubicBezTo>
                <a:cubicBezTo>
                  <a:pt x="228" y="250"/>
                  <a:pt x="229" y="249"/>
                  <a:pt x="230" y="249"/>
                </a:cubicBezTo>
                <a:cubicBezTo>
                  <a:pt x="230" y="248"/>
                  <a:pt x="230" y="247"/>
                  <a:pt x="230" y="246"/>
                </a:cubicBezTo>
                <a:cubicBezTo>
                  <a:pt x="231" y="245"/>
                  <a:pt x="232" y="244"/>
                  <a:pt x="232" y="244"/>
                </a:cubicBezTo>
                <a:cubicBezTo>
                  <a:pt x="237" y="229"/>
                  <a:pt x="244" y="216"/>
                  <a:pt x="249" y="201"/>
                </a:cubicBezTo>
                <a:cubicBezTo>
                  <a:pt x="257" y="171"/>
                  <a:pt x="257" y="141"/>
                  <a:pt x="252" y="109"/>
                </a:cubicBezTo>
                <a:cubicBezTo>
                  <a:pt x="244" y="78"/>
                  <a:pt x="224" y="51"/>
                  <a:pt x="202" y="31"/>
                </a:cubicBezTo>
                <a:cubicBezTo>
                  <a:pt x="178" y="11"/>
                  <a:pt x="148" y="-4"/>
                  <a:pt x="115" y="1"/>
                </a:cubicBezTo>
                <a:cubicBezTo>
                  <a:pt x="107" y="1"/>
                  <a:pt x="99" y="4"/>
                  <a:pt x="91" y="6"/>
                </a:cubicBezTo>
                <a:cubicBezTo>
                  <a:pt x="83" y="8"/>
                  <a:pt x="76" y="11"/>
                  <a:pt x="69" y="16"/>
                </a:cubicBezTo>
                <a:cubicBezTo>
                  <a:pt x="55" y="24"/>
                  <a:pt x="44" y="34"/>
                  <a:pt x="33" y="46"/>
                </a:cubicBezTo>
                <a:cubicBezTo>
                  <a:pt x="14" y="66"/>
                  <a:pt x="3" y="96"/>
                  <a:pt x="0" y="126"/>
                </a:cubicBezTo>
                <a:cubicBezTo>
                  <a:pt x="8" y="98"/>
                  <a:pt x="20" y="71"/>
                  <a:pt x="41" y="5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59" name="">
            <a:extLst xmlns:a="http://schemas.openxmlformats.org/drawingml/2006/main">
              <a:ext uri="{FF2B5EF4-FFF2-40B4-BE49-F238E27FC236}">
                <a16:creationId xmlns:a16="http://schemas.microsoft.com/office/drawing/2014/main" id="{9A8F8613-E057-4888-AD93-DCBE54C24334}"/>
              </a:ext>
            </a:extLst>
          </p:cNvPr>
          <p:cNvSpPr>
            <a:spLocks xmlns:a="http://schemas.openxmlformats.org/drawingml/2006/main" noGrp="1"/>
          </p:cNvSpPr>
          <p:nvPr/>
        </p:nvSpPr>
        <p:spPr>
          <a:xfrm xmlns:a="http://schemas.openxmlformats.org/drawingml/2006/main" rot="0" flipH="0" flipV="0">
            <a:off x="8491680" y="5011200"/>
            <a:ext cx="50760" cy="57600"/>
          </a:xfrm>
          <a:custGeom xmlns:a="http://schemas.openxmlformats.org/drawingml/2006/main">
            <a:rect l="0" t="0" r="r" b="b"/>
            <a:pathLst>
              <a:path w="141" h="160">
                <a:moveTo>
                  <a:pt x="0" y="80"/>
                </a:moveTo>
                <a:cubicBezTo>
                  <a:pt x="0" y="94"/>
                  <a:pt x="3" y="108"/>
                  <a:pt x="9" y="120"/>
                </a:cubicBezTo>
                <a:cubicBezTo>
                  <a:pt x="15" y="132"/>
                  <a:pt x="24" y="142"/>
                  <a:pt x="35" y="149"/>
                </a:cubicBezTo>
                <a:cubicBezTo>
                  <a:pt x="46" y="156"/>
                  <a:pt x="58" y="160"/>
                  <a:pt x="71" y="160"/>
                </a:cubicBezTo>
                <a:cubicBezTo>
                  <a:pt x="84" y="160"/>
                  <a:pt x="95" y="156"/>
                  <a:pt x="106" y="149"/>
                </a:cubicBezTo>
                <a:cubicBezTo>
                  <a:pt x="117" y="142"/>
                  <a:pt x="126" y="132"/>
                  <a:pt x="132" y="120"/>
                </a:cubicBezTo>
                <a:cubicBezTo>
                  <a:pt x="138" y="108"/>
                  <a:pt x="141" y="94"/>
                  <a:pt x="141" y="80"/>
                </a:cubicBezTo>
                <a:cubicBezTo>
                  <a:pt x="141" y="66"/>
                  <a:pt x="138" y="52"/>
                  <a:pt x="132" y="40"/>
                </a:cubicBezTo>
                <a:cubicBezTo>
                  <a:pt x="126" y="27"/>
                  <a:pt x="117" y="17"/>
                  <a:pt x="106" y="10"/>
                </a:cubicBezTo>
                <a:cubicBezTo>
                  <a:pt x="95" y="3"/>
                  <a:pt x="84" y="0"/>
                  <a:pt x="71" y="0"/>
                </a:cubicBezTo>
                <a:cubicBezTo>
                  <a:pt x="58" y="0"/>
                  <a:pt x="46" y="3"/>
                  <a:pt x="35" y="10"/>
                </a:cubicBezTo>
                <a:cubicBezTo>
                  <a:pt x="24" y="17"/>
                  <a:pt x="15" y="27"/>
                  <a:pt x="9" y="40"/>
                </a:cubicBezTo>
                <a:cubicBezTo>
                  <a:pt x="3" y="52"/>
                  <a:pt x="0" y="66"/>
                  <a:pt x="0" y="8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2600" rIns="90000" bIns="126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60" name="">
            <a:extLst xmlns:a="http://schemas.openxmlformats.org/drawingml/2006/main">
              <a:ext uri="{FF2B5EF4-FFF2-40B4-BE49-F238E27FC236}">
                <a16:creationId xmlns:a16="http://schemas.microsoft.com/office/drawing/2014/main" id="{0A6DCDAC-14FB-4718-97EE-83411989B8D9}"/>
              </a:ext>
            </a:extLst>
          </p:cNvPr>
          <p:cNvSpPr>
            <a:spLocks xmlns:a="http://schemas.openxmlformats.org/drawingml/2006/main" noGrp="1"/>
          </p:cNvSpPr>
          <p:nvPr/>
        </p:nvSpPr>
        <p:spPr>
          <a:xfrm xmlns:a="http://schemas.openxmlformats.org/drawingml/2006/main" rot="0" flipH="0" flipV="0">
            <a:off x="8412120" y="5113080"/>
            <a:ext cx="52200" cy="39600"/>
          </a:xfrm>
          <a:custGeom xmlns:a="http://schemas.openxmlformats.org/drawingml/2006/main">
            <a:rect l="0" t="0" r="r" b="b"/>
            <a:pathLst>
              <a:path w="145" h="110">
                <a:moveTo>
                  <a:pt x="145" y="0"/>
                </a:moveTo>
                <a:cubicBezTo>
                  <a:pt x="96" y="0"/>
                  <a:pt x="48" y="0"/>
                  <a:pt x="0" y="0"/>
                </a:cubicBezTo>
                <a:cubicBezTo>
                  <a:pt x="0" y="37"/>
                  <a:pt x="0" y="73"/>
                  <a:pt x="0" y="110"/>
                </a:cubicBezTo>
                <a:cubicBezTo>
                  <a:pt x="48" y="110"/>
                  <a:pt x="96" y="110"/>
                  <a:pt x="145" y="110"/>
                </a:cubicBezTo>
                <a:cubicBezTo>
                  <a:pt x="145" y="73"/>
                  <a:pt x="145" y="37"/>
                  <a:pt x="145"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5400" rIns="90000" bIns="-54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61" name="">
            <a:extLst xmlns:a="http://schemas.openxmlformats.org/drawingml/2006/main">
              <a:ext uri="{FF2B5EF4-FFF2-40B4-BE49-F238E27FC236}">
                <a16:creationId xmlns:a16="http://schemas.microsoft.com/office/drawing/2014/main" id="{D4124013-646B-43AE-A527-17CF0B58C1ED}"/>
              </a:ext>
            </a:extLst>
          </p:cNvPr>
          <p:cNvSpPr>
            <a:spLocks xmlns:a="http://schemas.openxmlformats.org/drawingml/2006/main" noGrp="1"/>
          </p:cNvSpPr>
          <p:nvPr/>
        </p:nvSpPr>
        <p:spPr>
          <a:xfrm xmlns:a="http://schemas.openxmlformats.org/drawingml/2006/main" rot="0" flipH="0" flipV="0">
            <a:off x="8340480" y="5079600"/>
            <a:ext cx="196200" cy="64080"/>
          </a:xfrm>
          <a:custGeom xmlns:a="http://schemas.openxmlformats.org/drawingml/2006/main">
            <a:rect l="0" t="0" r="r" b="b"/>
            <a:pathLst>
              <a:path w="545" h="178">
                <a:moveTo>
                  <a:pt x="133" y="152"/>
                </a:moveTo>
                <a:cubicBezTo>
                  <a:pt x="161" y="150"/>
                  <a:pt x="188" y="145"/>
                  <a:pt x="210" y="132"/>
                </a:cubicBezTo>
                <a:cubicBezTo>
                  <a:pt x="231" y="120"/>
                  <a:pt x="248" y="102"/>
                  <a:pt x="251" y="85"/>
                </a:cubicBezTo>
                <a:cubicBezTo>
                  <a:pt x="257" y="57"/>
                  <a:pt x="263" y="28"/>
                  <a:pt x="269" y="0"/>
                </a:cubicBezTo>
                <a:cubicBezTo>
                  <a:pt x="276" y="28"/>
                  <a:pt x="283" y="57"/>
                  <a:pt x="289" y="85"/>
                </a:cubicBezTo>
                <a:cubicBezTo>
                  <a:pt x="294" y="105"/>
                  <a:pt x="308" y="120"/>
                  <a:pt x="330" y="132"/>
                </a:cubicBezTo>
                <a:cubicBezTo>
                  <a:pt x="353" y="145"/>
                  <a:pt x="379" y="152"/>
                  <a:pt x="407" y="152"/>
                </a:cubicBezTo>
                <a:cubicBezTo>
                  <a:pt x="437" y="152"/>
                  <a:pt x="464" y="150"/>
                  <a:pt x="488" y="137"/>
                </a:cubicBezTo>
                <a:cubicBezTo>
                  <a:pt x="513" y="128"/>
                  <a:pt x="535" y="110"/>
                  <a:pt x="545" y="87"/>
                </a:cubicBezTo>
                <a:cubicBezTo>
                  <a:pt x="543" y="112"/>
                  <a:pt x="527" y="135"/>
                  <a:pt x="502" y="150"/>
                </a:cubicBezTo>
                <a:cubicBezTo>
                  <a:pt x="477" y="164"/>
                  <a:pt x="442" y="175"/>
                  <a:pt x="409" y="178"/>
                </a:cubicBezTo>
                <a:cubicBezTo>
                  <a:pt x="374" y="180"/>
                  <a:pt x="341" y="172"/>
                  <a:pt x="311" y="157"/>
                </a:cubicBezTo>
                <a:cubicBezTo>
                  <a:pt x="294" y="150"/>
                  <a:pt x="284" y="140"/>
                  <a:pt x="273" y="128"/>
                </a:cubicBezTo>
                <a:cubicBezTo>
                  <a:pt x="261" y="140"/>
                  <a:pt x="248" y="150"/>
                  <a:pt x="234" y="157"/>
                </a:cubicBezTo>
                <a:cubicBezTo>
                  <a:pt x="204" y="172"/>
                  <a:pt x="168" y="180"/>
                  <a:pt x="136" y="178"/>
                </a:cubicBezTo>
                <a:cubicBezTo>
                  <a:pt x="103" y="178"/>
                  <a:pt x="68" y="167"/>
                  <a:pt x="43" y="150"/>
                </a:cubicBezTo>
                <a:cubicBezTo>
                  <a:pt x="19" y="135"/>
                  <a:pt x="0" y="110"/>
                  <a:pt x="0" y="87"/>
                </a:cubicBezTo>
                <a:cubicBezTo>
                  <a:pt x="5" y="108"/>
                  <a:pt x="27" y="125"/>
                  <a:pt x="52" y="137"/>
                </a:cubicBezTo>
                <a:cubicBezTo>
                  <a:pt x="76" y="147"/>
                  <a:pt x="106" y="152"/>
                  <a:pt x="133" y="15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9080" rIns="90000" bIns="190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62" name="">
            <a:extLst xmlns:a="http://schemas.openxmlformats.org/drawingml/2006/main">
              <a:ext uri="{FF2B5EF4-FFF2-40B4-BE49-F238E27FC236}">
                <a16:creationId xmlns:a16="http://schemas.microsoft.com/office/drawing/2014/main" id="{63A704D9-42D7-4D4A-82C8-78E618205C36}"/>
              </a:ext>
            </a:extLst>
          </p:cNvPr>
          <p:cNvSpPr>
            <a:spLocks xmlns:a="http://schemas.openxmlformats.org/drawingml/2006/main" noGrp="1"/>
          </p:cNvSpPr>
          <p:nvPr/>
        </p:nvSpPr>
        <p:spPr>
          <a:xfrm xmlns:a="http://schemas.openxmlformats.org/drawingml/2006/main" rot="0" flipH="0" flipV="0">
            <a:off x="8400960" y="5067720"/>
            <a:ext cx="74880" cy="32760"/>
          </a:xfrm>
          <a:custGeom xmlns:a="http://schemas.openxmlformats.org/drawingml/2006/main">
            <a:rect l="0" t="0" r="r" b="b"/>
            <a:pathLst>
              <a:path w="208" h="91">
                <a:moveTo>
                  <a:pt x="104" y="0"/>
                </a:moveTo>
                <a:cubicBezTo>
                  <a:pt x="123" y="0"/>
                  <a:pt x="181" y="0"/>
                  <a:pt x="202" y="15"/>
                </a:cubicBezTo>
                <a:cubicBezTo>
                  <a:pt x="216" y="26"/>
                  <a:pt x="205" y="50"/>
                  <a:pt x="169" y="73"/>
                </a:cubicBezTo>
                <a:cubicBezTo>
                  <a:pt x="145" y="88"/>
                  <a:pt x="123" y="91"/>
                  <a:pt x="107" y="91"/>
                </a:cubicBezTo>
                <a:cubicBezTo>
                  <a:pt x="88" y="91"/>
                  <a:pt x="66" y="85"/>
                  <a:pt x="44" y="73"/>
                </a:cubicBezTo>
                <a:cubicBezTo>
                  <a:pt x="0" y="50"/>
                  <a:pt x="-7" y="26"/>
                  <a:pt x="6" y="15"/>
                </a:cubicBezTo>
                <a:cubicBezTo>
                  <a:pt x="25" y="0"/>
                  <a:pt x="85" y="0"/>
                  <a:pt x="104"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2240" rIns="90000" bIns="-122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Tree>
  </p:cSld>
</p:sldLayout>
</file>

<file path=ppt/slideLayouts/slideLayout5.xml><?xml version="1.0" encoding="utf-8"?>
<p:sldLayout xmlns:p="http://schemas.openxmlformats.org/presentationml/2006/main" preserve="1">
  <p:cSld name="Forestbird3">
    <p:spTree>
      <p:nvGrpSpPr>
        <p:cNvPr id="1" name=""/>
        <p:cNvGrpSpPr/>
        <p:nvPr/>
      </p:nvGrpSpPr>
      <p:grpSpPr>
        <a:xfrm xmlns:a="http://schemas.openxmlformats.org/drawingml/2006/main"/>
      </p:grpSpPr>
      <p:sp>
        <p:nvSpPr>
          <p:cNvPr id="263" name="">
            <a:extLst xmlns:a="http://schemas.openxmlformats.org/drawingml/2006/main">
              <a:ext uri="{FF2B5EF4-FFF2-40B4-BE49-F238E27FC236}">
                <a16:creationId xmlns:a16="http://schemas.microsoft.com/office/drawing/2014/main" id="{DD40AFA9-62B9-4FDD-84ED-C389CE90C888}"/>
              </a:ext>
            </a:extLst>
          </p:cNvPr>
          <p:cNvSpPr>
            <a:spLocks xmlns:a="http://schemas.openxmlformats.org/drawingml/2006/main" noGrp="1"/>
          </p:cNvSpPr>
          <p:nvPr/>
        </p:nvSpPr>
        <p:spPr>
          <a:xfrm xmlns:a="http://schemas.openxmlformats.org/drawingml/2006/main">
            <a:off x="0" y="5040000"/>
            <a:ext cx="10080000" cy="630000"/>
          </a:xfrm>
          <a:prstGeom xmlns:a="http://schemas.openxmlformats.org/drawingml/2006/main" prst="rect">
            <a:avLst/>
          </a:prstGeom>
          <a:solidFill xmlns:a="http://schemas.openxmlformats.org/drawingml/2006/main">
            <a:srgbClr val="9ECF6C"/>
          </a:solidFill>
          <a:ln xmlns:a="http://schemas.openxmlformats.org/drawingml/2006/main" w="180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64" name="PlaceHolder 1">
            <a:extLst xmlns:a="http://schemas.openxmlformats.org/drawingml/2006/main">
              <a:ext uri="{FF2B5EF4-FFF2-40B4-BE49-F238E27FC236}">
                <a16:creationId xmlns:a16="http://schemas.microsoft.com/office/drawing/2014/main" id="{D1066937-8A50-44A5-956E-9D462032A5C6}"/>
              </a:ext>
            </a:extLst>
          </p:cNvPr>
          <p:cNvSpPr>
            <a:spLocks xmlns:a="http://schemas.openxmlformats.org/drawingml/2006/main" noGrp="1"/>
          </p:cNvSpPr>
          <p:nvPr>
            <p:ph type="title" idx="0"/>
          </p:nvPr>
        </p:nvSpPr>
        <p:spPr>
          <a:xfrm xmlns:a="http://schemas.openxmlformats.org/drawingml/2006/main">
            <a:off x="540000" y="180000"/>
            <a:ext cx="9000000" cy="9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lvl1pPr indent="0" algn="ctr">
              <a:buNone/>
              <a:defRPr sz="3300" b="0" u="none" strike="noStrike">
                <a:solidFill>
                  <a:srgbClr val="000000"/>
                </a:solidFill>
                <a:latin typeface="Arial"/>
                <a:ea typeface="Arial"/>
                <a:cs typeface="Arial"/>
              </a:defRPr>
            </a:lvl1pPr>
          </a:lstStyle>
          <a:p xmlns:a="http://schemas.openxmlformats.org/drawingml/2006/main">
            <a:pPr indent="0" algn="ctr">
              <a:buNone/>
            </a:pPr>
            <a:r>
              <a:rPr sz="3300" b="0" u="none" strike="noStrike">
                <a:solidFill>
                  <a:srgbClr val="000000"/>
                </a:solidFill>
                <a:latin typeface="Arial"/>
                <a:ea typeface="Arial"/>
                <a:cs typeface="Arial"/>
              </a:rPr>
              <a:t>Click to edit the title text format</a:t>
            </a:r>
            <a:endParaRPr sz="3300" b="0" u="none" strike="noStrike">
              <a:solidFill>
                <a:srgbClr val="000000"/>
              </a:solidFill>
              <a:latin typeface="Arial"/>
              <a:ea typeface="Arial"/>
              <a:cs typeface="Arial"/>
            </a:endParaRPr>
          </a:p>
        </p:txBody>
      </p:sp>
      <p:sp>
        <p:nvSpPr>
          <p:cNvPr id="265" name="PlaceHolder 2">
            <a:extLst xmlns:a="http://schemas.openxmlformats.org/drawingml/2006/main">
              <a:ext uri="{FF2B5EF4-FFF2-40B4-BE49-F238E27FC236}">
                <a16:creationId xmlns:a16="http://schemas.microsoft.com/office/drawing/2014/main" id="{DCDD63BA-A06A-4F47-B471-7312F34C114A}"/>
              </a:ext>
            </a:extLst>
          </p:cNvPr>
          <p:cNvSpPr>
            <a:spLocks xmlns:a="http://schemas.openxmlformats.org/drawingml/2006/main" noGrp="1"/>
          </p:cNvSpPr>
          <p:nvPr>
            <p:ph type="body" idx="0"/>
          </p:nvPr>
        </p:nvSpPr>
        <p:spPr>
          <a:xfrm xmlns:a="http://schemas.openxmlformats.org/drawingml/2006/main">
            <a:off x="540000" y="1260000"/>
            <a:ext cx="9000000" cy="32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lvl1pPr algn="l">
              <a:spcBef>
                <a:spcPts val="1060"/>
              </a:spcBef>
              <a:buClr>
                <a:srgbClr val="000000"/>
              </a:buClr>
              <a:buSzPct val="45000"/>
              <a:buFont typeface="Wingdings"/>
              <a:buChar char=""/>
              <a:defRPr sz="2400" b="0" u="none" strike="noStrike">
                <a:solidFill>
                  <a:srgbClr val="000000"/>
                </a:solidFill>
                <a:latin typeface="Arial"/>
                <a:ea typeface="Arial"/>
                <a:cs typeface="Arial"/>
              </a:defRPr>
            </a:lvl1pPr>
            <a:lvl2pPr algn="l">
              <a:spcBef>
                <a:spcPts val="850"/>
              </a:spcBef>
              <a:buClr>
                <a:srgbClr val="000000"/>
              </a:buClr>
              <a:buSzPct val="75000"/>
              <a:buFont typeface="Symbol"/>
              <a:buChar char=""/>
              <a:defRPr sz="2100" b="0" u="none" strike="noStrike">
                <a:solidFill>
                  <a:srgbClr val="000000"/>
                </a:solidFill>
                <a:latin typeface="Arial"/>
                <a:ea typeface="Arial"/>
                <a:cs typeface="Arial"/>
              </a:defRPr>
            </a:lvl2pPr>
            <a:lvl3pPr algn="l">
              <a:spcBef>
                <a:spcPts val="635"/>
              </a:spcBef>
              <a:buClr>
                <a:srgbClr val="000000"/>
              </a:buClr>
              <a:buSzPct val="45000"/>
              <a:buFont typeface="Wingdings"/>
              <a:buChar char=""/>
              <a:defRPr sz="1800" b="0" u="none" strike="noStrike">
                <a:solidFill>
                  <a:srgbClr val="000000"/>
                </a:solidFill>
                <a:latin typeface="Arial"/>
                <a:ea typeface="Arial"/>
                <a:cs typeface="Arial"/>
              </a:defRPr>
            </a:lvl3pPr>
            <a:lvl4pPr algn="l">
              <a:spcBef>
                <a:spcPts val="422"/>
              </a:spcBef>
              <a:buClr>
                <a:srgbClr val="000000"/>
              </a:buClr>
              <a:buSzPct val="75000"/>
              <a:buFont typeface="Symbol"/>
              <a:buChar char=""/>
              <a:defRPr sz="1500" b="0" u="none" strike="noStrike">
                <a:solidFill>
                  <a:srgbClr val="000000"/>
                </a:solidFill>
                <a:latin typeface="Arial"/>
                <a:ea typeface="Arial"/>
                <a:cs typeface="Arial"/>
              </a:defRPr>
            </a:lvl4pPr>
            <a:lvl5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5pPr>
            <a:lvl6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6pPr>
            <a:lvl7pPr algn="l">
              <a:spcBef>
                <a:spcPts val="210"/>
              </a:spcBef>
              <a:buClr>
                <a:srgbClr val="000000"/>
              </a:buClr>
              <a:buSzPct val="45000"/>
              <a:buFont typeface="Wingdings"/>
              <a:buChar char=""/>
              <a:defRPr sz="1500" b="0" u="none" strike="noStrike">
                <a:solidFill>
                  <a:srgbClr val="000000"/>
                </a:solidFill>
                <a:latin typeface="Arial"/>
                <a:ea typeface="Arial"/>
                <a:cs typeface="Arial"/>
              </a:defRPr>
            </a:lvl7pPr>
          </a:lstStyle>
          <a:p xmlns:a="http://schemas.openxmlformats.org/drawingml/2006/main">
            <a:pPr marL="432000" indent="-324000" algn="l">
              <a:spcBef>
                <a:spcPts val="1060"/>
              </a:spcBef>
              <a:buClr>
                <a:srgbClr val="000000"/>
              </a:buClr>
              <a:buSzPct val="45000"/>
              <a:buFont typeface="Wingdings"/>
              <a:buChar char=""/>
            </a:pPr>
            <a:r>
              <a:rPr sz="2400" b="0" u="none" strike="noStrike">
                <a:solidFill>
                  <a:srgbClr val="000000"/>
                </a:solidFill>
                <a:latin typeface="Arial"/>
                <a:ea typeface="Arial"/>
                <a:cs typeface="Arial"/>
              </a:rPr>
              <a:t>Click to edit the outline text format</a:t>
            </a:r>
            <a:endParaRPr sz="2400" b="0" u="none" strike="noStrike">
              <a:solidFill>
                <a:srgbClr val="000000"/>
              </a:solidFill>
              <a:latin typeface="Arial"/>
              <a:ea typeface="Arial"/>
              <a:cs typeface="Arial"/>
            </a:endParaRPr>
          </a:p>
          <a:p xmlns:a="http://schemas.openxmlformats.org/drawingml/2006/main">
            <a:pPr marL="864000" lvl="1" indent="-324000" algn="l">
              <a:spcBef>
                <a:spcPts val="850"/>
              </a:spcBef>
              <a:buClr>
                <a:srgbClr val="000000"/>
              </a:buClr>
              <a:buSzPct val="75000"/>
              <a:buFont typeface="Symbol"/>
              <a:buChar char=""/>
            </a:pPr>
            <a:r>
              <a:rPr sz="2100" b="0" u="none" strike="noStrike">
                <a:solidFill>
                  <a:srgbClr val="000000"/>
                </a:solidFill>
                <a:latin typeface="Arial"/>
                <a:ea typeface="Arial"/>
                <a:cs typeface="Arial"/>
              </a:rPr>
              <a:t>Second Outline Level</a:t>
            </a:r>
            <a:endParaRPr sz="2100" b="0" u="none" strike="noStrike">
              <a:solidFill>
                <a:srgbClr val="000000"/>
              </a:solidFill>
              <a:latin typeface="Arial"/>
              <a:ea typeface="Arial"/>
              <a:cs typeface="Arial"/>
            </a:endParaRPr>
          </a:p>
          <a:p xmlns:a="http://schemas.openxmlformats.org/drawingml/2006/main">
            <a:pPr marL="1296000" lvl="2" indent="-288000" algn="l">
              <a:spcBef>
                <a:spcPts val="635"/>
              </a:spcBef>
              <a:buClr>
                <a:srgbClr val="000000"/>
              </a:buClr>
              <a:buSzPct val="45000"/>
              <a:buFont typeface="Wingdings"/>
              <a:buChar char=""/>
            </a:pPr>
            <a:r>
              <a:rPr sz="1800" b="0" u="none" strike="noStrike">
                <a:solidFill>
                  <a:srgbClr val="000000"/>
                </a:solidFill>
                <a:latin typeface="Arial"/>
                <a:ea typeface="Arial"/>
                <a:cs typeface="Arial"/>
              </a:rPr>
              <a:t>Third Outline Level</a:t>
            </a:r>
            <a:endParaRPr sz="1800" b="0" u="none" strike="noStrike">
              <a:solidFill>
                <a:srgbClr val="000000"/>
              </a:solidFill>
              <a:latin typeface="Arial"/>
              <a:ea typeface="Arial"/>
              <a:cs typeface="Arial"/>
            </a:endParaRPr>
          </a:p>
          <a:p xmlns:a="http://schemas.openxmlformats.org/drawingml/2006/main">
            <a:pPr marL="1728000" lvl="3" indent="-216000" algn="l">
              <a:spcBef>
                <a:spcPts val="422"/>
              </a:spcBef>
              <a:buClr>
                <a:srgbClr val="000000"/>
              </a:buClr>
              <a:buSzPct val="75000"/>
              <a:buFont typeface="Symbol"/>
              <a:buChar char=""/>
            </a:pPr>
            <a:r>
              <a:rPr sz="1500" b="0" u="none" strike="noStrike">
                <a:solidFill>
                  <a:srgbClr val="000000"/>
                </a:solidFill>
                <a:latin typeface="Arial"/>
                <a:ea typeface="Arial"/>
                <a:cs typeface="Arial"/>
              </a:rPr>
              <a:t>Fourth Outline Level</a:t>
            </a:r>
            <a:endParaRPr sz="1500" b="0" u="none" strike="noStrike">
              <a:solidFill>
                <a:srgbClr val="000000"/>
              </a:solidFill>
              <a:latin typeface="Arial"/>
              <a:ea typeface="Arial"/>
              <a:cs typeface="Arial"/>
            </a:endParaRPr>
          </a:p>
          <a:p xmlns:a="http://schemas.openxmlformats.org/drawingml/2006/main">
            <a:pPr marL="2160000" lvl="4"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Fifth Outline Level</a:t>
            </a:r>
            <a:endParaRPr sz="1500" b="0" u="none" strike="noStrike">
              <a:solidFill>
                <a:srgbClr val="000000"/>
              </a:solidFill>
              <a:latin typeface="Arial"/>
              <a:ea typeface="Arial"/>
              <a:cs typeface="Arial"/>
            </a:endParaRPr>
          </a:p>
          <a:p xmlns:a="http://schemas.openxmlformats.org/drawingml/2006/main">
            <a:pPr marL="2592000" lvl="5"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Sixth Outline Level</a:t>
            </a:r>
            <a:endParaRPr sz="1500" b="0" u="none" strike="noStrike">
              <a:solidFill>
                <a:srgbClr val="000000"/>
              </a:solidFill>
              <a:latin typeface="Arial"/>
              <a:ea typeface="Arial"/>
              <a:cs typeface="Arial"/>
            </a:endParaRPr>
          </a:p>
          <a:p xmlns:a="http://schemas.openxmlformats.org/drawingml/2006/main">
            <a:pPr marL="3024000" lvl="6" indent="-216000" algn="l">
              <a:spcBef>
                <a:spcPts val="210"/>
              </a:spcBef>
              <a:buClr>
                <a:srgbClr val="000000"/>
              </a:buClr>
              <a:buSzPct val="45000"/>
              <a:buFont typeface="Wingdings"/>
              <a:buChar char=""/>
            </a:pPr>
            <a:r>
              <a:rPr sz="1500" b="0" u="none" strike="noStrike">
                <a:solidFill>
                  <a:srgbClr val="000000"/>
                </a:solidFill>
                <a:latin typeface="Arial"/>
                <a:ea typeface="Arial"/>
                <a:cs typeface="Arial"/>
              </a:rPr>
              <a:t>Seventh Outline Level</a:t>
            </a:r>
            <a:endParaRPr sz="1500" b="0" u="none" strike="noStrike">
              <a:solidFill>
                <a:srgbClr val="000000"/>
              </a:solidFill>
              <a:latin typeface="Arial"/>
              <a:ea typeface="Arial"/>
              <a:cs typeface="Arial"/>
            </a:endParaRPr>
          </a:p>
        </p:txBody>
      </p:sp>
      <p:sp>
        <p:nvSpPr>
          <p:cNvPr id="266" name="PlaceHolder 3">
            <a:extLst xmlns:a="http://schemas.openxmlformats.org/drawingml/2006/main">
              <a:ext uri="{FF2B5EF4-FFF2-40B4-BE49-F238E27FC236}">
                <a16:creationId xmlns:a16="http://schemas.microsoft.com/office/drawing/2014/main" id="{8F1D4FC4-0E1A-486E-A64C-E9BFA9452284}"/>
              </a:ext>
            </a:extLst>
          </p:cNvPr>
          <p:cNvSpPr>
            <a:spLocks xmlns:a="http://schemas.openxmlformats.org/drawingml/2006/main" noGrp="1"/>
          </p:cNvSpPr>
          <p:nvPr>
            <p:ph type="dt" idx="13"/>
          </p:nvPr>
        </p:nvSpPr>
        <p:spPr>
          <a:xfrm xmlns:a="http://schemas.openxmlformats.org/drawingml/2006/main">
            <a:off x="50400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l">
              <a:buNone/>
              <a:defRPr sz="1400" b="0" u="none" strike="noStrike">
                <a:solidFill>
                  <a:srgbClr val="000000"/>
                </a:solidFill>
                <a:latin typeface="Arial"/>
                <a:ea typeface="Arial"/>
                <a:cs typeface="Arial"/>
              </a:defRPr>
            </a:lvl1pPr>
          </a:lstStyle>
          <a:p xmlns:a="http://schemas.openxmlformats.org/drawingml/2006/main">
            <a:pPr indent="0" algn="l">
              <a:buNone/>
            </a:pPr>
            <a:r>
              <a:rPr sz="1400" b="0" u="none" strike="noStrike">
                <a:solidFill>
                  <a:srgbClr val="000000"/>
                </a:solidFill>
                <a:latin typeface="Arial"/>
                <a:ea typeface="Arial"/>
                <a:cs typeface="Arial"/>
              </a:rPr>
              <a:t>&lt;date/time&gt;</a:t>
            </a:r>
            <a:endParaRPr sz="1400" b="0" u="none" strike="noStrike">
              <a:solidFill>
                <a:srgbClr val="000000"/>
              </a:solidFill>
              <a:latin typeface="Arial"/>
              <a:ea typeface="Arial"/>
              <a:cs typeface="Arial"/>
            </a:endParaRPr>
          </a:p>
        </p:txBody>
      </p:sp>
      <p:sp>
        <p:nvSpPr>
          <p:cNvPr id="267" name="PlaceHolder 4">
            <a:extLst xmlns:a="http://schemas.openxmlformats.org/drawingml/2006/main">
              <a:ext uri="{FF2B5EF4-FFF2-40B4-BE49-F238E27FC236}">
                <a16:creationId xmlns:a16="http://schemas.microsoft.com/office/drawing/2014/main" id="{0EBA3930-CE5C-4EFF-BD6B-665A4B3E1AF6}"/>
              </a:ext>
            </a:extLst>
          </p:cNvPr>
          <p:cNvSpPr>
            <a:spLocks xmlns:a="http://schemas.openxmlformats.org/drawingml/2006/main" noGrp="1"/>
          </p:cNvSpPr>
          <p:nvPr>
            <p:ph type="ftr" idx="14"/>
          </p:nvPr>
        </p:nvSpPr>
        <p:spPr>
          <a:xfrm xmlns:a="http://schemas.openxmlformats.org/drawingml/2006/main">
            <a:off x="3447360" y="5165280"/>
            <a:ext cx="319500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ctr">
              <a:buNone/>
              <a:defRPr sz="1400" b="0" u="none" strike="noStrike">
                <a:solidFill>
                  <a:srgbClr val="000000"/>
                </a:solidFill>
                <a:latin typeface="Arial"/>
                <a:ea typeface="Arial"/>
                <a:cs typeface="Arial"/>
              </a:defRPr>
            </a:lvl1pPr>
          </a:lstStyle>
          <a:p xmlns:a="http://schemas.openxmlformats.org/drawingml/2006/main">
            <a:pPr indent="0" algn="ctr">
              <a:buNone/>
            </a:pPr>
            <a:r>
              <a:rPr sz="1400" b="0" u="none" strike="noStrike">
                <a:solidFill>
                  <a:srgbClr val="000000"/>
                </a:solidFill>
                <a:latin typeface="Arial"/>
                <a:ea typeface="Arial"/>
                <a:cs typeface="Arial"/>
              </a:rPr>
              <a:t>&lt;footer&gt;</a:t>
            </a:r>
            <a:endParaRPr sz="1400" b="0" u="none" strike="noStrike">
              <a:solidFill>
                <a:srgbClr val="000000"/>
              </a:solidFill>
              <a:latin typeface="Arial"/>
              <a:ea typeface="Arial"/>
              <a:cs typeface="Arial"/>
            </a:endParaRPr>
          </a:p>
        </p:txBody>
      </p:sp>
      <p:sp>
        <p:nvSpPr>
          <p:cNvPr id="268" name="PlaceHolder 5">
            <a:extLst xmlns:a="http://schemas.openxmlformats.org/drawingml/2006/main">
              <a:ext uri="{FF2B5EF4-FFF2-40B4-BE49-F238E27FC236}">
                <a16:creationId xmlns:a16="http://schemas.microsoft.com/office/drawing/2014/main" id="{AC3EED68-CC79-4880-9834-B70018BC0844}"/>
              </a:ext>
            </a:extLst>
          </p:cNvPr>
          <p:cNvSpPr>
            <a:spLocks xmlns:a="http://schemas.openxmlformats.org/drawingml/2006/main" noGrp="1"/>
          </p:cNvSpPr>
          <p:nvPr>
            <p:ph type="sldNum" idx="15"/>
          </p:nvPr>
        </p:nvSpPr>
        <p:spPr>
          <a:xfrm xmlns:a="http://schemas.openxmlformats.org/drawingml/2006/main">
            <a:off x="7227360" y="5165280"/>
            <a:ext cx="2348280" cy="39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lvl1pPr indent="0" algn="r">
              <a:buNone/>
              <a:defRPr sz="1400" b="0" u="none" strike="noStrike">
                <a:solidFill>
                  <a:srgbClr val="000000"/>
                </a:solidFill>
                <a:latin typeface="Arial"/>
                <a:ea typeface="Arial"/>
                <a:cs typeface="Arial"/>
              </a:defRPr>
            </a:lvl1pPr>
          </a:lstStyle>
          <a:p xmlns:a="http://schemas.openxmlformats.org/drawingml/2006/main">
            <a:pPr indent="0" algn="r">
              <a:buNone/>
            </a:pPr>
            <a:fld id="{42C97CD3-0E3D-42C7-AC16-55926EB055D4}" type="slidenum">
              <a:rPr sz="1400" b="0" u="none" strike="noStrike">
                <a:solidFill>
                  <a:srgbClr val="000000"/>
                </a:solidFill>
                <a:latin typeface="Arial"/>
                <a:ea typeface="Arial"/>
                <a:cs typeface="Arial"/>
              </a:rPr>
              <a:t>&lt;number&gt;</a:t>
            </a:fld>
            <a:endParaRPr sz="1400" b="0" u="none" strike="noStrike">
              <a:solidFill>
                <a:srgbClr val="000000"/>
              </a:solidFill>
              <a:latin typeface="Arial"/>
              <a:ea typeface="Arial"/>
              <a:cs typeface="Arial"/>
            </a:endParaRPr>
          </a:p>
        </p:txBody>
      </p:sp>
      <p:sp>
        <p:nvSpPr>
          <p:cNvPr id="270" name="">
            <a:extLst xmlns:a="http://schemas.openxmlformats.org/drawingml/2006/main">
              <a:ext uri="{FF2B5EF4-FFF2-40B4-BE49-F238E27FC236}">
                <a16:creationId xmlns:a16="http://schemas.microsoft.com/office/drawing/2014/main" id="{62B0EBEA-9698-472C-A2EB-8997E93C165E}"/>
              </a:ext>
            </a:extLst>
          </p:cNvPr>
          <p:cNvSpPr>
            <a:spLocks xmlns:a="http://schemas.openxmlformats.org/drawingml/2006/main" noGrp="1"/>
          </p:cNvSpPr>
          <p:nvPr/>
        </p:nvSpPr>
        <p:spPr>
          <a:xfrm xmlns:a="http://schemas.openxmlformats.org/drawingml/2006/main" rot="0" flipH="0" flipV="0">
            <a:off x="7560000" y="5083560"/>
            <a:ext cx="94680" cy="105480"/>
          </a:xfrm>
          <a:custGeom xmlns:a="http://schemas.openxmlformats.org/drawingml/2006/main">
            <a:rect l="0" t="0" r="r" b="b"/>
            <a:pathLst>
              <a:path w="263" h="293">
                <a:moveTo>
                  <a:pt x="0" y="146"/>
                </a:moveTo>
                <a:cubicBezTo>
                  <a:pt x="0" y="172"/>
                  <a:pt x="6" y="198"/>
                  <a:pt x="18" y="220"/>
                </a:cubicBezTo>
                <a:cubicBezTo>
                  <a:pt x="30" y="242"/>
                  <a:pt x="46" y="260"/>
                  <a:pt x="66" y="273"/>
                </a:cubicBezTo>
                <a:cubicBezTo>
                  <a:pt x="86" y="286"/>
                  <a:pt x="108" y="293"/>
                  <a:pt x="131" y="293"/>
                </a:cubicBezTo>
                <a:cubicBezTo>
                  <a:pt x="154" y="293"/>
                  <a:pt x="177" y="286"/>
                  <a:pt x="197" y="273"/>
                </a:cubicBezTo>
                <a:cubicBezTo>
                  <a:pt x="217" y="260"/>
                  <a:pt x="233" y="242"/>
                  <a:pt x="245" y="220"/>
                </a:cubicBezTo>
                <a:cubicBezTo>
                  <a:pt x="256" y="198"/>
                  <a:pt x="263" y="172"/>
                  <a:pt x="263" y="146"/>
                </a:cubicBezTo>
                <a:cubicBezTo>
                  <a:pt x="263" y="120"/>
                  <a:pt x="256" y="95"/>
                  <a:pt x="245" y="73"/>
                </a:cubicBezTo>
                <a:cubicBezTo>
                  <a:pt x="233" y="51"/>
                  <a:pt x="217" y="33"/>
                  <a:pt x="197" y="20"/>
                </a:cubicBezTo>
                <a:cubicBezTo>
                  <a:pt x="177" y="7"/>
                  <a:pt x="154" y="0"/>
                  <a:pt x="131" y="0"/>
                </a:cubicBezTo>
                <a:cubicBezTo>
                  <a:pt x="109" y="0"/>
                  <a:pt x="86" y="7"/>
                  <a:pt x="66" y="20"/>
                </a:cubicBezTo>
                <a:cubicBezTo>
                  <a:pt x="46" y="33"/>
                  <a:pt x="30" y="51"/>
                  <a:pt x="18" y="73"/>
                </a:cubicBezTo>
                <a:cubicBezTo>
                  <a:pt x="6" y="95"/>
                  <a:pt x="0" y="120"/>
                  <a:pt x="0" y="14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1" name="">
            <a:extLst xmlns:a="http://schemas.openxmlformats.org/drawingml/2006/main">
              <a:ext uri="{FF2B5EF4-FFF2-40B4-BE49-F238E27FC236}">
                <a16:creationId xmlns:a16="http://schemas.microsoft.com/office/drawing/2014/main" id="{866FE16E-5D44-4ED3-8055-7F0AB54CBF19}"/>
              </a:ext>
            </a:extLst>
          </p:cNvPr>
          <p:cNvSpPr>
            <a:spLocks xmlns:a="http://schemas.openxmlformats.org/drawingml/2006/main" noGrp="1"/>
          </p:cNvSpPr>
          <p:nvPr/>
        </p:nvSpPr>
        <p:spPr>
          <a:xfrm xmlns:a="http://schemas.openxmlformats.org/drawingml/2006/main" rot="0" flipH="0" flipV="0">
            <a:off x="7594200" y="5071320"/>
            <a:ext cx="163800" cy="209880"/>
          </a:xfrm>
          <a:custGeom xmlns:a="http://schemas.openxmlformats.org/drawingml/2006/main">
            <a:rect l="0" t="0" r="r" b="b"/>
            <a:pathLst>
              <a:path w="455" h="583">
                <a:moveTo>
                  <a:pt x="26" y="490"/>
                </a:moveTo>
                <a:cubicBezTo>
                  <a:pt x="-72" y="113"/>
                  <a:pt x="135" y="163"/>
                  <a:pt x="190" y="0"/>
                </a:cubicBezTo>
                <a:cubicBezTo>
                  <a:pt x="267" y="39"/>
                  <a:pt x="345" y="77"/>
                  <a:pt x="423" y="116"/>
                </a:cubicBezTo>
                <a:cubicBezTo>
                  <a:pt x="423" y="113"/>
                  <a:pt x="494" y="477"/>
                  <a:pt x="426" y="557"/>
                </a:cubicBezTo>
                <a:cubicBezTo>
                  <a:pt x="373" y="616"/>
                  <a:pt x="46" y="567"/>
                  <a:pt x="26" y="49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2" name="">
            <a:extLst xmlns:a="http://schemas.openxmlformats.org/drawingml/2006/main">
              <a:ext uri="{FF2B5EF4-FFF2-40B4-BE49-F238E27FC236}">
                <a16:creationId xmlns:a16="http://schemas.microsoft.com/office/drawing/2014/main" id="{F7269311-0C65-4932-90E2-9F528DD9B3BF}"/>
              </a:ext>
            </a:extLst>
          </p:cNvPr>
          <p:cNvSpPr>
            <a:spLocks xmlns:a="http://schemas.openxmlformats.org/drawingml/2006/main" noGrp="1"/>
          </p:cNvSpPr>
          <p:nvPr/>
        </p:nvSpPr>
        <p:spPr>
          <a:xfrm xmlns:a="http://schemas.openxmlformats.org/drawingml/2006/main" rot="0" flipH="0" flipV="0">
            <a:off x="7649640" y="5188320"/>
            <a:ext cx="96840" cy="51120"/>
          </a:xfrm>
          <a:custGeom xmlns:a="http://schemas.openxmlformats.org/drawingml/2006/main">
            <a:rect l="0" t="0" r="r" b="b"/>
            <a:pathLst>
              <a:path w="269" h="142">
                <a:moveTo>
                  <a:pt x="233" y="68"/>
                </a:moveTo>
                <a:cubicBezTo>
                  <a:pt x="213" y="48"/>
                  <a:pt x="190" y="28"/>
                  <a:pt x="164" y="18"/>
                </a:cubicBezTo>
                <a:cubicBezTo>
                  <a:pt x="112" y="-6"/>
                  <a:pt x="52" y="-6"/>
                  <a:pt x="0" y="15"/>
                </a:cubicBezTo>
                <a:cubicBezTo>
                  <a:pt x="56" y="15"/>
                  <a:pt x="105" y="18"/>
                  <a:pt x="154" y="41"/>
                </a:cubicBezTo>
                <a:cubicBezTo>
                  <a:pt x="177" y="51"/>
                  <a:pt x="200" y="65"/>
                  <a:pt x="219" y="81"/>
                </a:cubicBezTo>
                <a:cubicBezTo>
                  <a:pt x="236" y="98"/>
                  <a:pt x="255" y="118"/>
                  <a:pt x="269" y="142"/>
                </a:cubicBezTo>
                <a:cubicBezTo>
                  <a:pt x="265" y="115"/>
                  <a:pt x="253" y="88"/>
                  <a:pt x="233" y="68"/>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6120" rIns="90000" bIns="61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3" name="">
            <a:extLst xmlns:a="http://schemas.openxmlformats.org/drawingml/2006/main">
              <a:ext uri="{FF2B5EF4-FFF2-40B4-BE49-F238E27FC236}">
                <a16:creationId xmlns:a16="http://schemas.microsoft.com/office/drawing/2014/main" id="{CBFBDADE-233E-4B93-831C-6766511E8DCF}"/>
              </a:ext>
            </a:extLst>
          </p:cNvPr>
          <p:cNvSpPr>
            <a:spLocks xmlns:a="http://schemas.openxmlformats.org/drawingml/2006/main" noGrp="1"/>
          </p:cNvSpPr>
          <p:nvPr/>
        </p:nvSpPr>
        <p:spPr>
          <a:xfrm xmlns:a="http://schemas.openxmlformats.org/drawingml/2006/main" rot="0" flipH="0" flipV="0">
            <a:off x="7726320" y="5054400"/>
            <a:ext cx="139320" cy="255600"/>
          </a:xfrm>
          <a:custGeom xmlns:a="http://schemas.openxmlformats.org/drawingml/2006/main">
            <a:rect l="0" t="0" r="r" b="b"/>
            <a:pathLst>
              <a:path w="387" h="710">
                <a:moveTo>
                  <a:pt x="79" y="666"/>
                </a:moveTo>
                <a:cubicBezTo>
                  <a:pt x="0" y="583"/>
                  <a:pt x="3" y="213"/>
                  <a:pt x="0" y="29"/>
                </a:cubicBezTo>
                <a:cubicBezTo>
                  <a:pt x="111" y="20"/>
                  <a:pt x="223" y="10"/>
                  <a:pt x="334" y="0"/>
                </a:cubicBezTo>
                <a:cubicBezTo>
                  <a:pt x="337" y="0"/>
                  <a:pt x="429" y="586"/>
                  <a:pt x="364" y="666"/>
                </a:cubicBezTo>
                <a:cubicBezTo>
                  <a:pt x="315" y="726"/>
                  <a:pt x="134" y="723"/>
                  <a:pt x="79" y="66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4" name="">
            <a:extLst xmlns:a="http://schemas.openxmlformats.org/drawingml/2006/main">
              <a:ext uri="{FF2B5EF4-FFF2-40B4-BE49-F238E27FC236}">
                <a16:creationId xmlns:a16="http://schemas.microsoft.com/office/drawing/2014/main" id="{354F3637-77F2-4019-BE11-03BEA7AFA853}"/>
              </a:ext>
            </a:extLst>
          </p:cNvPr>
          <p:cNvSpPr>
            <a:spLocks xmlns:a="http://schemas.openxmlformats.org/drawingml/2006/main" noGrp="1"/>
          </p:cNvSpPr>
          <p:nvPr/>
        </p:nvSpPr>
        <p:spPr>
          <a:xfrm xmlns:a="http://schemas.openxmlformats.org/drawingml/2006/main" rot="0" flipH="0" flipV="0">
            <a:off x="7848360" y="5054400"/>
            <a:ext cx="139680" cy="255600"/>
          </a:xfrm>
          <a:custGeom xmlns:a="http://schemas.openxmlformats.org/drawingml/2006/main">
            <a:rect l="0" t="0" r="r" b="b"/>
            <a:pathLst>
              <a:path w="388" h="710">
                <a:moveTo>
                  <a:pt x="309" y="666"/>
                </a:moveTo>
                <a:cubicBezTo>
                  <a:pt x="388" y="583"/>
                  <a:pt x="384" y="213"/>
                  <a:pt x="388" y="29"/>
                </a:cubicBezTo>
                <a:cubicBezTo>
                  <a:pt x="276" y="20"/>
                  <a:pt x="165" y="10"/>
                  <a:pt x="54" y="0"/>
                </a:cubicBezTo>
                <a:cubicBezTo>
                  <a:pt x="44" y="222"/>
                  <a:pt x="-41" y="586"/>
                  <a:pt x="25" y="666"/>
                </a:cubicBezTo>
                <a:cubicBezTo>
                  <a:pt x="74" y="726"/>
                  <a:pt x="254" y="723"/>
                  <a:pt x="309" y="66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5" name="">
            <a:extLst xmlns:a="http://schemas.openxmlformats.org/drawingml/2006/main">
              <a:ext uri="{FF2B5EF4-FFF2-40B4-BE49-F238E27FC236}">
                <a16:creationId xmlns:a16="http://schemas.microsoft.com/office/drawing/2014/main" id="{54FFA883-1B34-405A-9581-A9AB85F01B8F}"/>
              </a:ext>
            </a:extLst>
          </p:cNvPr>
          <p:cNvSpPr>
            <a:spLocks xmlns:a="http://schemas.openxmlformats.org/drawingml/2006/main" noGrp="1"/>
          </p:cNvSpPr>
          <p:nvPr/>
        </p:nvSpPr>
        <p:spPr>
          <a:xfrm xmlns:a="http://schemas.openxmlformats.org/drawingml/2006/main" rot="0" flipH="0" flipV="0">
            <a:off x="7852320" y="5191200"/>
            <a:ext cx="9720" cy="103320"/>
          </a:xfrm>
          <a:custGeom xmlns:a="http://schemas.openxmlformats.org/drawingml/2006/main">
            <a:rect l="0" t="0" r="r" b="b"/>
            <a:pathLst>
              <a:path w="27" h="287">
                <a:moveTo>
                  <a:pt x="27" y="144"/>
                </a:moveTo>
                <a:cubicBezTo>
                  <a:pt x="27" y="98"/>
                  <a:pt x="23" y="48"/>
                  <a:pt x="14" y="0"/>
                </a:cubicBezTo>
                <a:cubicBezTo>
                  <a:pt x="4" y="48"/>
                  <a:pt x="0" y="98"/>
                  <a:pt x="0" y="144"/>
                </a:cubicBezTo>
                <a:cubicBezTo>
                  <a:pt x="4" y="194"/>
                  <a:pt x="4" y="241"/>
                  <a:pt x="14" y="287"/>
                </a:cubicBezTo>
                <a:cubicBezTo>
                  <a:pt x="23" y="241"/>
                  <a:pt x="27" y="191"/>
                  <a:pt x="27" y="14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6" name="">
            <a:extLst xmlns:a="http://schemas.openxmlformats.org/drawingml/2006/main">
              <a:ext uri="{FF2B5EF4-FFF2-40B4-BE49-F238E27FC236}">
                <a16:creationId xmlns:a16="http://schemas.microsoft.com/office/drawing/2014/main" id="{EAD3D3E4-6FB4-4CC7-9063-3BBD1C28DB7D}"/>
              </a:ext>
            </a:extLst>
          </p:cNvPr>
          <p:cNvSpPr>
            <a:spLocks xmlns:a="http://schemas.openxmlformats.org/drawingml/2006/main" noGrp="1"/>
          </p:cNvSpPr>
          <p:nvPr/>
        </p:nvSpPr>
        <p:spPr>
          <a:xfrm xmlns:a="http://schemas.openxmlformats.org/drawingml/2006/main" rot="0" flipH="0" flipV="0">
            <a:off x="7751160" y="5044680"/>
            <a:ext cx="212040" cy="208800"/>
          </a:xfrm>
          <a:custGeom xmlns:a="http://schemas.openxmlformats.org/drawingml/2006/main">
            <a:rect l="0" t="0" r="r" b="b"/>
            <a:pathLst>
              <a:path w="589" h="580">
                <a:moveTo>
                  <a:pt x="295" y="580"/>
                </a:moveTo>
                <a:cubicBezTo>
                  <a:pt x="393" y="477"/>
                  <a:pt x="589" y="423"/>
                  <a:pt x="589" y="273"/>
                </a:cubicBezTo>
                <a:cubicBezTo>
                  <a:pt x="589" y="123"/>
                  <a:pt x="459" y="0"/>
                  <a:pt x="295" y="0"/>
                </a:cubicBezTo>
                <a:cubicBezTo>
                  <a:pt x="131" y="0"/>
                  <a:pt x="0" y="123"/>
                  <a:pt x="0" y="273"/>
                </a:cubicBezTo>
                <a:cubicBezTo>
                  <a:pt x="0" y="423"/>
                  <a:pt x="196" y="477"/>
                  <a:pt x="295" y="58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7" name="">
            <a:extLst xmlns:a="http://schemas.openxmlformats.org/drawingml/2006/main">
              <a:ext uri="{FF2B5EF4-FFF2-40B4-BE49-F238E27FC236}">
                <a16:creationId xmlns:a16="http://schemas.microsoft.com/office/drawing/2014/main" id="{7D94AA87-0B52-401C-B876-277CDBCF36AD}"/>
              </a:ext>
            </a:extLst>
          </p:cNvPr>
          <p:cNvSpPr>
            <a:spLocks xmlns:a="http://schemas.openxmlformats.org/drawingml/2006/main" noGrp="1"/>
          </p:cNvSpPr>
          <p:nvPr/>
        </p:nvSpPr>
        <p:spPr>
          <a:xfrm xmlns:a="http://schemas.openxmlformats.org/drawingml/2006/main" rot="0" flipH="0" flipV="0">
            <a:off x="7614720" y="4590000"/>
            <a:ext cx="159480" cy="315720"/>
          </a:xfrm>
          <a:custGeom xmlns:a="http://schemas.openxmlformats.org/drawingml/2006/main">
            <a:rect l="0" t="0" r="r" b="b"/>
            <a:pathLst>
              <a:path w="443" h="877">
                <a:moveTo>
                  <a:pt x="404" y="384"/>
                </a:moveTo>
                <a:cubicBezTo>
                  <a:pt x="421" y="734"/>
                  <a:pt x="430" y="681"/>
                  <a:pt x="443" y="830"/>
                </a:cubicBezTo>
                <a:cubicBezTo>
                  <a:pt x="382" y="846"/>
                  <a:pt x="321" y="861"/>
                  <a:pt x="260" y="877"/>
                </a:cubicBezTo>
                <a:cubicBezTo>
                  <a:pt x="185" y="744"/>
                  <a:pt x="270" y="843"/>
                  <a:pt x="35" y="477"/>
                </a:cubicBezTo>
                <a:cubicBezTo>
                  <a:pt x="-50" y="341"/>
                  <a:pt x="41" y="20"/>
                  <a:pt x="93" y="0"/>
                </a:cubicBezTo>
                <a:cubicBezTo>
                  <a:pt x="126" y="-9"/>
                  <a:pt x="398" y="204"/>
                  <a:pt x="404" y="38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8" name="">
            <a:extLst xmlns:a="http://schemas.openxmlformats.org/drawingml/2006/main">
              <a:ext uri="{FF2B5EF4-FFF2-40B4-BE49-F238E27FC236}">
                <a16:creationId xmlns:a16="http://schemas.microsoft.com/office/drawing/2014/main" id="{3902A529-0229-4FCF-A077-9C549612A69A}"/>
              </a:ext>
            </a:extLst>
          </p:cNvPr>
          <p:cNvSpPr>
            <a:spLocks xmlns:a="http://schemas.openxmlformats.org/drawingml/2006/main" noGrp="1"/>
          </p:cNvSpPr>
          <p:nvPr/>
        </p:nvSpPr>
        <p:spPr>
          <a:xfrm xmlns:a="http://schemas.openxmlformats.org/drawingml/2006/main" rot="0" flipH="0" flipV="0">
            <a:off x="7645680" y="4653360"/>
            <a:ext cx="115920" cy="249840"/>
          </a:xfrm>
          <a:custGeom xmlns:a="http://schemas.openxmlformats.org/drawingml/2006/main">
            <a:rect l="0" t="0" r="r" b="b"/>
            <a:pathLst>
              <a:path w="322" h="694">
                <a:moveTo>
                  <a:pt x="240" y="227"/>
                </a:moveTo>
                <a:cubicBezTo>
                  <a:pt x="302" y="567"/>
                  <a:pt x="295" y="518"/>
                  <a:pt x="322" y="664"/>
                </a:cubicBezTo>
                <a:cubicBezTo>
                  <a:pt x="282" y="674"/>
                  <a:pt x="241" y="684"/>
                  <a:pt x="201" y="694"/>
                </a:cubicBezTo>
                <a:cubicBezTo>
                  <a:pt x="142" y="556"/>
                  <a:pt x="201" y="670"/>
                  <a:pt x="24" y="280"/>
                </a:cubicBezTo>
                <a:cubicBezTo>
                  <a:pt x="-22" y="181"/>
                  <a:pt x="4" y="17"/>
                  <a:pt x="53" y="1"/>
                </a:cubicBezTo>
                <a:cubicBezTo>
                  <a:pt x="86" y="-9"/>
                  <a:pt x="214" y="87"/>
                  <a:pt x="240" y="2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79" name="">
            <a:extLst xmlns:a="http://schemas.openxmlformats.org/drawingml/2006/main">
              <a:ext uri="{FF2B5EF4-FFF2-40B4-BE49-F238E27FC236}">
                <a16:creationId xmlns:a16="http://schemas.microsoft.com/office/drawing/2014/main" id="{03AE1B95-138C-49C2-B442-B0AB57E1830A}"/>
              </a:ext>
            </a:extLst>
          </p:cNvPr>
          <p:cNvSpPr>
            <a:spLocks xmlns:a="http://schemas.openxmlformats.org/drawingml/2006/main" noGrp="1"/>
          </p:cNvSpPr>
          <p:nvPr/>
        </p:nvSpPr>
        <p:spPr>
          <a:xfrm xmlns:a="http://schemas.openxmlformats.org/drawingml/2006/main" rot="0" flipH="0" flipV="0">
            <a:off x="7939440" y="4590000"/>
            <a:ext cx="160560" cy="315720"/>
          </a:xfrm>
          <a:custGeom xmlns:a="http://schemas.openxmlformats.org/drawingml/2006/main">
            <a:rect l="0" t="0" r="r" b="b"/>
            <a:pathLst>
              <a:path w="446" h="877">
                <a:moveTo>
                  <a:pt x="39" y="384"/>
                </a:moveTo>
                <a:cubicBezTo>
                  <a:pt x="23" y="734"/>
                  <a:pt x="13" y="681"/>
                  <a:pt x="0" y="830"/>
                </a:cubicBezTo>
                <a:cubicBezTo>
                  <a:pt x="61" y="846"/>
                  <a:pt x="122" y="861"/>
                  <a:pt x="183" y="877"/>
                </a:cubicBezTo>
                <a:cubicBezTo>
                  <a:pt x="259" y="744"/>
                  <a:pt x="173" y="843"/>
                  <a:pt x="410" y="477"/>
                </a:cubicBezTo>
                <a:cubicBezTo>
                  <a:pt x="498" y="341"/>
                  <a:pt x="403" y="20"/>
                  <a:pt x="350" y="0"/>
                </a:cubicBezTo>
                <a:cubicBezTo>
                  <a:pt x="318" y="-9"/>
                  <a:pt x="46" y="204"/>
                  <a:pt x="39" y="38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0" name="">
            <a:extLst xmlns:a="http://schemas.openxmlformats.org/drawingml/2006/main">
              <a:ext uri="{FF2B5EF4-FFF2-40B4-BE49-F238E27FC236}">
                <a16:creationId xmlns:a16="http://schemas.microsoft.com/office/drawing/2014/main" id="{63E92756-1F4C-42B1-B3DE-E48E4170143E}"/>
              </a:ext>
            </a:extLst>
          </p:cNvPr>
          <p:cNvSpPr>
            <a:spLocks xmlns:a="http://schemas.openxmlformats.org/drawingml/2006/main" noGrp="1"/>
          </p:cNvSpPr>
          <p:nvPr/>
        </p:nvSpPr>
        <p:spPr>
          <a:xfrm xmlns:a="http://schemas.openxmlformats.org/drawingml/2006/main" rot="0" flipH="0" flipV="0">
            <a:off x="7952400" y="4653360"/>
            <a:ext cx="116280" cy="250920"/>
          </a:xfrm>
          <a:custGeom xmlns:a="http://schemas.openxmlformats.org/drawingml/2006/main">
            <a:rect l="0" t="0" r="r" b="b"/>
            <a:pathLst>
              <a:path w="323" h="697">
                <a:moveTo>
                  <a:pt x="82" y="227"/>
                </a:moveTo>
                <a:cubicBezTo>
                  <a:pt x="19" y="567"/>
                  <a:pt x="27" y="518"/>
                  <a:pt x="0" y="664"/>
                </a:cubicBezTo>
                <a:cubicBezTo>
                  <a:pt x="39" y="675"/>
                  <a:pt x="79" y="686"/>
                  <a:pt x="118" y="697"/>
                </a:cubicBezTo>
                <a:cubicBezTo>
                  <a:pt x="178" y="560"/>
                  <a:pt x="118" y="675"/>
                  <a:pt x="298" y="285"/>
                </a:cubicBezTo>
                <a:cubicBezTo>
                  <a:pt x="344" y="181"/>
                  <a:pt x="321" y="17"/>
                  <a:pt x="268" y="1"/>
                </a:cubicBezTo>
                <a:cubicBezTo>
                  <a:pt x="236" y="-9"/>
                  <a:pt x="109" y="87"/>
                  <a:pt x="82" y="22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1" name="">
            <a:extLst xmlns:a="http://schemas.openxmlformats.org/drawingml/2006/main">
              <a:ext uri="{FF2B5EF4-FFF2-40B4-BE49-F238E27FC236}">
                <a16:creationId xmlns:a16="http://schemas.microsoft.com/office/drawing/2014/main" id="{298095C1-11E7-49A1-98BD-064AC0EE72D9}"/>
              </a:ext>
            </a:extLst>
          </p:cNvPr>
          <p:cNvSpPr>
            <a:spLocks xmlns:a="http://schemas.openxmlformats.org/drawingml/2006/main" noGrp="1"/>
          </p:cNvSpPr>
          <p:nvPr/>
        </p:nvSpPr>
        <p:spPr>
          <a:xfrm xmlns:a="http://schemas.openxmlformats.org/drawingml/2006/main" rot="0" flipH="0" flipV="0">
            <a:off x="7641000" y="4781880"/>
            <a:ext cx="432000" cy="385200"/>
          </a:xfrm>
          <a:custGeom xmlns:a="http://schemas.openxmlformats.org/drawingml/2006/main">
            <a:rect l="0" t="0" r="r" b="b"/>
            <a:pathLst>
              <a:path w="1200" h="1070">
                <a:moveTo>
                  <a:pt x="600" y="0"/>
                </a:moveTo>
                <a:cubicBezTo>
                  <a:pt x="269" y="0"/>
                  <a:pt x="118" y="144"/>
                  <a:pt x="118" y="343"/>
                </a:cubicBezTo>
                <a:cubicBezTo>
                  <a:pt x="118" y="510"/>
                  <a:pt x="-130" y="757"/>
                  <a:pt x="93" y="920"/>
                </a:cubicBezTo>
                <a:cubicBezTo>
                  <a:pt x="200" y="1000"/>
                  <a:pt x="384" y="1070"/>
                  <a:pt x="600" y="1070"/>
                </a:cubicBezTo>
                <a:cubicBezTo>
                  <a:pt x="816" y="1070"/>
                  <a:pt x="999" y="1000"/>
                  <a:pt x="1108" y="920"/>
                </a:cubicBezTo>
                <a:cubicBezTo>
                  <a:pt x="1330" y="754"/>
                  <a:pt x="1081" y="510"/>
                  <a:pt x="1081" y="343"/>
                </a:cubicBezTo>
                <a:cubicBezTo>
                  <a:pt x="1081" y="144"/>
                  <a:pt x="934" y="0"/>
                  <a:pt x="600"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2" name="">
            <a:extLst xmlns:a="http://schemas.openxmlformats.org/drawingml/2006/main">
              <a:ext uri="{FF2B5EF4-FFF2-40B4-BE49-F238E27FC236}">
                <a16:creationId xmlns:a16="http://schemas.microsoft.com/office/drawing/2014/main" id="{A2D45255-9460-4944-94BC-43BDA1ACF302}"/>
              </a:ext>
            </a:extLst>
          </p:cNvPr>
          <p:cNvSpPr>
            <a:spLocks xmlns:a="http://schemas.openxmlformats.org/drawingml/2006/main" noGrp="1"/>
          </p:cNvSpPr>
          <p:nvPr/>
        </p:nvSpPr>
        <p:spPr>
          <a:xfrm xmlns:a="http://schemas.openxmlformats.org/drawingml/2006/main" rot="0" flipH="0" flipV="0">
            <a:off x="7669440" y="4834800"/>
            <a:ext cx="377640" cy="319320"/>
          </a:xfrm>
          <a:custGeom xmlns:a="http://schemas.openxmlformats.org/drawingml/2006/main">
            <a:rect l="0" t="0" r="r" b="b"/>
            <a:pathLst>
              <a:path w="1049" h="887">
                <a:moveTo>
                  <a:pt x="479" y="30"/>
                </a:moveTo>
                <a:cubicBezTo>
                  <a:pt x="508" y="-10"/>
                  <a:pt x="534" y="-10"/>
                  <a:pt x="564" y="30"/>
                </a:cubicBezTo>
                <a:cubicBezTo>
                  <a:pt x="632" y="120"/>
                  <a:pt x="741" y="314"/>
                  <a:pt x="747" y="474"/>
                </a:cubicBezTo>
                <a:cubicBezTo>
                  <a:pt x="872" y="457"/>
                  <a:pt x="1012" y="463"/>
                  <a:pt x="1042" y="531"/>
                </a:cubicBezTo>
                <a:cubicBezTo>
                  <a:pt x="1097" y="664"/>
                  <a:pt x="836" y="887"/>
                  <a:pt x="525" y="887"/>
                </a:cubicBezTo>
                <a:cubicBezTo>
                  <a:pt x="210" y="887"/>
                  <a:pt x="-49" y="664"/>
                  <a:pt x="8" y="531"/>
                </a:cubicBezTo>
                <a:cubicBezTo>
                  <a:pt x="30" y="463"/>
                  <a:pt x="175" y="457"/>
                  <a:pt x="295" y="474"/>
                </a:cubicBezTo>
                <a:cubicBezTo>
                  <a:pt x="303" y="314"/>
                  <a:pt x="410" y="120"/>
                  <a:pt x="479" y="3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3" name="">
            <a:extLst xmlns:a="http://schemas.openxmlformats.org/drawingml/2006/main">
              <a:ext uri="{FF2B5EF4-FFF2-40B4-BE49-F238E27FC236}">
                <a16:creationId xmlns:a16="http://schemas.microsoft.com/office/drawing/2014/main" id="{063BDA87-AC4C-485F-82F8-E503A5093F08}"/>
              </a:ext>
            </a:extLst>
          </p:cNvPr>
          <p:cNvSpPr>
            <a:spLocks xmlns:a="http://schemas.openxmlformats.org/drawingml/2006/main" noGrp="1"/>
          </p:cNvSpPr>
          <p:nvPr/>
        </p:nvSpPr>
        <p:spPr>
          <a:xfrm xmlns:a="http://schemas.openxmlformats.org/drawingml/2006/main" rot="0" flipH="0" flipV="0">
            <a:off x="7768080" y="5062680"/>
            <a:ext cx="178200" cy="65880"/>
          </a:xfrm>
          <a:custGeom xmlns:a="http://schemas.openxmlformats.org/drawingml/2006/main">
            <a:rect l="0" t="0" r="r" b="b"/>
            <a:pathLst>
              <a:path w="495" h="183">
                <a:moveTo>
                  <a:pt x="100" y="67"/>
                </a:moveTo>
                <a:cubicBezTo>
                  <a:pt x="136" y="70"/>
                  <a:pt x="175" y="61"/>
                  <a:pt x="205" y="40"/>
                </a:cubicBezTo>
                <a:cubicBezTo>
                  <a:pt x="221" y="30"/>
                  <a:pt x="234" y="17"/>
                  <a:pt x="248" y="0"/>
                </a:cubicBezTo>
                <a:cubicBezTo>
                  <a:pt x="257" y="17"/>
                  <a:pt x="273" y="30"/>
                  <a:pt x="290" y="40"/>
                </a:cubicBezTo>
                <a:cubicBezTo>
                  <a:pt x="323" y="61"/>
                  <a:pt x="358" y="70"/>
                  <a:pt x="395" y="67"/>
                </a:cubicBezTo>
                <a:cubicBezTo>
                  <a:pt x="431" y="67"/>
                  <a:pt x="467" y="53"/>
                  <a:pt x="493" y="30"/>
                </a:cubicBezTo>
                <a:cubicBezTo>
                  <a:pt x="509" y="17"/>
                  <a:pt x="424" y="183"/>
                  <a:pt x="248" y="183"/>
                </a:cubicBezTo>
                <a:cubicBezTo>
                  <a:pt x="71" y="183"/>
                  <a:pt x="-14" y="17"/>
                  <a:pt x="2" y="30"/>
                </a:cubicBezTo>
                <a:cubicBezTo>
                  <a:pt x="28" y="50"/>
                  <a:pt x="64" y="64"/>
                  <a:pt x="100" y="67"/>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0880" rIns="90000" bIns="208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4" name="">
            <a:extLst xmlns:a="http://schemas.openxmlformats.org/drawingml/2006/main">
              <a:ext uri="{FF2B5EF4-FFF2-40B4-BE49-F238E27FC236}">
                <a16:creationId xmlns:a16="http://schemas.microsoft.com/office/drawing/2014/main" id="{85A2D234-FE8D-45D4-A7C6-82ED2AECE235}"/>
              </a:ext>
            </a:extLst>
          </p:cNvPr>
          <p:cNvSpPr>
            <a:spLocks xmlns:a="http://schemas.openxmlformats.org/drawingml/2006/main" noGrp="1"/>
          </p:cNvSpPr>
          <p:nvPr/>
        </p:nvSpPr>
        <p:spPr>
          <a:xfrm xmlns:a="http://schemas.openxmlformats.org/drawingml/2006/main" rot="0" flipH="0" flipV="0">
            <a:off x="7705080" y="4881960"/>
            <a:ext cx="104760" cy="126720"/>
          </a:xfrm>
          <a:custGeom xmlns:a="http://schemas.openxmlformats.org/drawingml/2006/main">
            <a:rect l="0" t="0" r="r" b="b"/>
            <a:pathLst>
              <a:path w="291" h="352">
                <a:moveTo>
                  <a:pt x="190" y="10"/>
                </a:moveTo>
                <a:cubicBezTo>
                  <a:pt x="92" y="-31"/>
                  <a:pt x="26" y="66"/>
                  <a:pt x="10" y="119"/>
                </a:cubicBezTo>
                <a:cubicBezTo>
                  <a:pt x="-16" y="199"/>
                  <a:pt x="17" y="289"/>
                  <a:pt x="26" y="310"/>
                </a:cubicBezTo>
                <a:cubicBezTo>
                  <a:pt x="34" y="323"/>
                  <a:pt x="105" y="387"/>
                  <a:pt x="266" y="326"/>
                </a:cubicBezTo>
                <a:cubicBezTo>
                  <a:pt x="262" y="326"/>
                  <a:pt x="305" y="236"/>
                  <a:pt x="286" y="153"/>
                </a:cubicBezTo>
                <a:cubicBezTo>
                  <a:pt x="254" y="105"/>
                  <a:pt x="275" y="43"/>
                  <a:pt x="190" y="1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5" name="">
            <a:extLst xmlns:a="http://schemas.openxmlformats.org/drawingml/2006/main">
              <a:ext uri="{FF2B5EF4-FFF2-40B4-BE49-F238E27FC236}">
                <a16:creationId xmlns:a16="http://schemas.microsoft.com/office/drawing/2014/main" id="{6B58A621-750D-4D91-B1A9-D1B1454E404E}"/>
              </a:ext>
            </a:extLst>
          </p:cNvPr>
          <p:cNvSpPr>
            <a:spLocks xmlns:a="http://schemas.openxmlformats.org/drawingml/2006/main" noGrp="1"/>
          </p:cNvSpPr>
          <p:nvPr/>
        </p:nvSpPr>
        <p:spPr>
          <a:xfrm xmlns:a="http://schemas.openxmlformats.org/drawingml/2006/main" rot="0" flipH="0" flipV="0">
            <a:off x="7698240" y="4875120"/>
            <a:ext cx="109440" cy="136800"/>
          </a:xfrm>
          <a:custGeom xmlns:a="http://schemas.openxmlformats.org/drawingml/2006/main">
            <a:rect l="0" t="0" r="r" b="b"/>
            <a:pathLst>
              <a:path w="304" h="380">
                <a:moveTo>
                  <a:pt x="268" y="62"/>
                </a:moveTo>
                <a:cubicBezTo>
                  <a:pt x="254" y="45"/>
                  <a:pt x="241" y="32"/>
                  <a:pt x="226" y="22"/>
                </a:cubicBezTo>
                <a:cubicBezTo>
                  <a:pt x="219" y="15"/>
                  <a:pt x="209" y="11"/>
                  <a:pt x="199" y="8"/>
                </a:cubicBezTo>
                <a:cubicBezTo>
                  <a:pt x="189" y="4"/>
                  <a:pt x="180" y="1"/>
                  <a:pt x="169" y="1"/>
                </a:cubicBezTo>
                <a:cubicBezTo>
                  <a:pt x="130" y="-5"/>
                  <a:pt x="91" y="15"/>
                  <a:pt x="65" y="41"/>
                </a:cubicBezTo>
                <a:cubicBezTo>
                  <a:pt x="38" y="68"/>
                  <a:pt x="16" y="106"/>
                  <a:pt x="6" y="145"/>
                </a:cubicBezTo>
                <a:cubicBezTo>
                  <a:pt x="-4" y="185"/>
                  <a:pt x="-1" y="228"/>
                  <a:pt x="10" y="268"/>
                </a:cubicBezTo>
                <a:cubicBezTo>
                  <a:pt x="13" y="288"/>
                  <a:pt x="19" y="308"/>
                  <a:pt x="29" y="325"/>
                </a:cubicBezTo>
                <a:cubicBezTo>
                  <a:pt x="30" y="327"/>
                  <a:pt x="31" y="330"/>
                  <a:pt x="32" y="332"/>
                </a:cubicBezTo>
                <a:cubicBezTo>
                  <a:pt x="32" y="335"/>
                  <a:pt x="32" y="338"/>
                  <a:pt x="32" y="341"/>
                </a:cubicBezTo>
                <a:cubicBezTo>
                  <a:pt x="33" y="343"/>
                  <a:pt x="34" y="344"/>
                  <a:pt x="35" y="345"/>
                </a:cubicBezTo>
                <a:cubicBezTo>
                  <a:pt x="38" y="348"/>
                  <a:pt x="41" y="351"/>
                  <a:pt x="49" y="354"/>
                </a:cubicBezTo>
                <a:cubicBezTo>
                  <a:pt x="58" y="362"/>
                  <a:pt x="65" y="365"/>
                  <a:pt x="74" y="369"/>
                </a:cubicBezTo>
                <a:cubicBezTo>
                  <a:pt x="111" y="382"/>
                  <a:pt x="147" y="382"/>
                  <a:pt x="183" y="378"/>
                </a:cubicBezTo>
                <a:cubicBezTo>
                  <a:pt x="219" y="372"/>
                  <a:pt x="251" y="362"/>
                  <a:pt x="284" y="345"/>
                </a:cubicBezTo>
                <a:cubicBezTo>
                  <a:pt x="251" y="351"/>
                  <a:pt x="215" y="362"/>
                  <a:pt x="183" y="362"/>
                </a:cubicBezTo>
                <a:cubicBezTo>
                  <a:pt x="151" y="362"/>
                  <a:pt x="114" y="358"/>
                  <a:pt x="84" y="345"/>
                </a:cubicBezTo>
                <a:cubicBezTo>
                  <a:pt x="78" y="341"/>
                  <a:pt x="71" y="338"/>
                  <a:pt x="65" y="332"/>
                </a:cubicBezTo>
                <a:cubicBezTo>
                  <a:pt x="62" y="328"/>
                  <a:pt x="58" y="328"/>
                  <a:pt x="58" y="325"/>
                </a:cubicBezTo>
                <a:cubicBezTo>
                  <a:pt x="57" y="323"/>
                  <a:pt x="56" y="321"/>
                  <a:pt x="55" y="319"/>
                </a:cubicBezTo>
                <a:cubicBezTo>
                  <a:pt x="49" y="301"/>
                  <a:pt x="45" y="285"/>
                  <a:pt x="38" y="268"/>
                </a:cubicBezTo>
                <a:cubicBezTo>
                  <a:pt x="32" y="232"/>
                  <a:pt x="29" y="195"/>
                  <a:pt x="38" y="162"/>
                </a:cubicBezTo>
                <a:cubicBezTo>
                  <a:pt x="45" y="128"/>
                  <a:pt x="65" y="98"/>
                  <a:pt x="87" y="75"/>
                </a:cubicBezTo>
                <a:cubicBezTo>
                  <a:pt x="111" y="51"/>
                  <a:pt x="140" y="35"/>
                  <a:pt x="169" y="38"/>
                </a:cubicBezTo>
                <a:cubicBezTo>
                  <a:pt x="177" y="38"/>
                  <a:pt x="186" y="38"/>
                  <a:pt x="193" y="41"/>
                </a:cubicBezTo>
                <a:cubicBezTo>
                  <a:pt x="199" y="45"/>
                  <a:pt x="209" y="45"/>
                  <a:pt x="215" y="48"/>
                </a:cubicBezTo>
                <a:cubicBezTo>
                  <a:pt x="232" y="54"/>
                  <a:pt x="245" y="65"/>
                  <a:pt x="254" y="78"/>
                </a:cubicBezTo>
                <a:cubicBezTo>
                  <a:pt x="278" y="98"/>
                  <a:pt x="294" y="131"/>
                  <a:pt x="304" y="171"/>
                </a:cubicBezTo>
                <a:cubicBezTo>
                  <a:pt x="304" y="131"/>
                  <a:pt x="290" y="94"/>
                  <a:pt x="268" y="6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6" name="">
            <a:extLst xmlns:a="http://schemas.openxmlformats.org/drawingml/2006/main">
              <a:ext uri="{FF2B5EF4-FFF2-40B4-BE49-F238E27FC236}">
                <a16:creationId xmlns:a16="http://schemas.microsoft.com/office/drawing/2014/main" id="{22B91CED-FA93-486A-BB25-64F3FD69D482}"/>
              </a:ext>
            </a:extLst>
          </p:cNvPr>
          <p:cNvSpPr>
            <a:spLocks xmlns:a="http://schemas.openxmlformats.org/drawingml/2006/main" noGrp="1"/>
          </p:cNvSpPr>
          <p:nvPr/>
        </p:nvSpPr>
        <p:spPr>
          <a:xfrm xmlns:a="http://schemas.openxmlformats.org/drawingml/2006/main" rot="0" flipH="0" flipV="0">
            <a:off x="7732440" y="4911840"/>
            <a:ext cx="61200" cy="76320"/>
          </a:xfrm>
          <a:custGeom xmlns:a="http://schemas.openxmlformats.org/drawingml/2006/main">
            <a:rect l="0" t="0" r="r" b="b"/>
            <a:pathLst>
              <a:path w="170" h="212">
                <a:moveTo>
                  <a:pt x="0" y="106"/>
                </a:moveTo>
                <a:cubicBezTo>
                  <a:pt x="0" y="125"/>
                  <a:pt x="3" y="143"/>
                  <a:pt x="11" y="159"/>
                </a:cubicBezTo>
                <a:cubicBezTo>
                  <a:pt x="18" y="176"/>
                  <a:pt x="29" y="189"/>
                  <a:pt x="43" y="198"/>
                </a:cubicBezTo>
                <a:cubicBezTo>
                  <a:pt x="56" y="207"/>
                  <a:pt x="70" y="212"/>
                  <a:pt x="85" y="212"/>
                </a:cubicBezTo>
                <a:cubicBezTo>
                  <a:pt x="100" y="212"/>
                  <a:pt x="114" y="207"/>
                  <a:pt x="128" y="198"/>
                </a:cubicBezTo>
                <a:cubicBezTo>
                  <a:pt x="141" y="189"/>
                  <a:pt x="151" y="176"/>
                  <a:pt x="159" y="159"/>
                </a:cubicBezTo>
                <a:cubicBezTo>
                  <a:pt x="166" y="143"/>
                  <a:pt x="170" y="125"/>
                  <a:pt x="170" y="106"/>
                </a:cubicBezTo>
                <a:cubicBezTo>
                  <a:pt x="170" y="88"/>
                  <a:pt x="166" y="69"/>
                  <a:pt x="159" y="53"/>
                </a:cubicBezTo>
                <a:cubicBezTo>
                  <a:pt x="151" y="37"/>
                  <a:pt x="141" y="23"/>
                  <a:pt x="128" y="14"/>
                </a:cubicBezTo>
                <a:cubicBezTo>
                  <a:pt x="114" y="5"/>
                  <a:pt x="100" y="0"/>
                  <a:pt x="85" y="0"/>
                </a:cubicBezTo>
                <a:cubicBezTo>
                  <a:pt x="70" y="0"/>
                  <a:pt x="56" y="5"/>
                  <a:pt x="43" y="14"/>
                </a:cubicBezTo>
                <a:cubicBezTo>
                  <a:pt x="29" y="23"/>
                  <a:pt x="18" y="37"/>
                  <a:pt x="11" y="53"/>
                </a:cubicBezTo>
                <a:cubicBezTo>
                  <a:pt x="3" y="69"/>
                  <a:pt x="0" y="88"/>
                  <a:pt x="0" y="10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1320" rIns="90000" bIns="313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7" name="">
            <a:extLst xmlns:a="http://schemas.openxmlformats.org/drawingml/2006/main">
              <a:ext uri="{FF2B5EF4-FFF2-40B4-BE49-F238E27FC236}">
                <a16:creationId xmlns:a16="http://schemas.microsoft.com/office/drawing/2014/main" id="{1866A991-DEBB-4FCC-A027-57F57C0C1BB8}"/>
              </a:ext>
            </a:extLst>
          </p:cNvPr>
          <p:cNvSpPr>
            <a:spLocks xmlns:a="http://schemas.openxmlformats.org/drawingml/2006/main" noGrp="1"/>
          </p:cNvSpPr>
          <p:nvPr/>
        </p:nvSpPr>
        <p:spPr>
          <a:xfrm xmlns:a="http://schemas.openxmlformats.org/drawingml/2006/main" rot="0" flipH="0" flipV="0">
            <a:off x="7905240" y="4881960"/>
            <a:ext cx="103680" cy="126720"/>
          </a:xfrm>
          <a:custGeom xmlns:a="http://schemas.openxmlformats.org/drawingml/2006/main">
            <a:rect l="0" t="0" r="r" b="b"/>
            <a:pathLst>
              <a:path w="288" h="352">
                <a:moveTo>
                  <a:pt x="99" y="10"/>
                </a:moveTo>
                <a:cubicBezTo>
                  <a:pt x="197" y="-31"/>
                  <a:pt x="262" y="66"/>
                  <a:pt x="278" y="119"/>
                </a:cubicBezTo>
                <a:cubicBezTo>
                  <a:pt x="305" y="199"/>
                  <a:pt x="272" y="289"/>
                  <a:pt x="262" y="310"/>
                </a:cubicBezTo>
                <a:cubicBezTo>
                  <a:pt x="256" y="323"/>
                  <a:pt x="184" y="387"/>
                  <a:pt x="23" y="326"/>
                </a:cubicBezTo>
                <a:cubicBezTo>
                  <a:pt x="27" y="326"/>
                  <a:pt x="-12" y="236"/>
                  <a:pt x="4" y="153"/>
                </a:cubicBezTo>
                <a:cubicBezTo>
                  <a:pt x="35" y="105"/>
                  <a:pt x="13" y="43"/>
                  <a:pt x="99" y="1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8" name="">
            <a:extLst xmlns:a="http://schemas.openxmlformats.org/drawingml/2006/main">
              <a:ext uri="{FF2B5EF4-FFF2-40B4-BE49-F238E27FC236}">
                <a16:creationId xmlns:a16="http://schemas.microsoft.com/office/drawing/2014/main" id="{D3C3A4C4-70E0-4EF0-B241-A5032A325657}"/>
              </a:ext>
            </a:extLst>
          </p:cNvPr>
          <p:cNvSpPr>
            <a:spLocks xmlns:a="http://schemas.openxmlformats.org/drawingml/2006/main" noGrp="1"/>
          </p:cNvSpPr>
          <p:nvPr/>
        </p:nvSpPr>
        <p:spPr>
          <a:xfrm xmlns:a="http://schemas.openxmlformats.org/drawingml/2006/main" rot="0" flipH="0" flipV="0">
            <a:off x="7906680" y="4876200"/>
            <a:ext cx="110160" cy="135000"/>
          </a:xfrm>
          <a:custGeom xmlns:a="http://schemas.openxmlformats.org/drawingml/2006/main">
            <a:rect l="0" t="0" r="r" b="b"/>
            <a:pathLst>
              <a:path w="306" h="375">
                <a:moveTo>
                  <a:pt x="49" y="72"/>
                </a:moveTo>
                <a:cubicBezTo>
                  <a:pt x="62" y="59"/>
                  <a:pt x="76" y="48"/>
                  <a:pt x="88" y="41"/>
                </a:cubicBezTo>
                <a:cubicBezTo>
                  <a:pt x="95" y="38"/>
                  <a:pt x="104" y="35"/>
                  <a:pt x="112" y="35"/>
                </a:cubicBezTo>
                <a:cubicBezTo>
                  <a:pt x="118" y="32"/>
                  <a:pt x="128" y="32"/>
                  <a:pt x="134" y="32"/>
                </a:cubicBezTo>
                <a:cubicBezTo>
                  <a:pt x="164" y="32"/>
                  <a:pt x="197" y="45"/>
                  <a:pt x="216" y="68"/>
                </a:cubicBezTo>
                <a:cubicBezTo>
                  <a:pt x="239" y="91"/>
                  <a:pt x="259" y="125"/>
                  <a:pt x="265" y="155"/>
                </a:cubicBezTo>
                <a:cubicBezTo>
                  <a:pt x="271" y="189"/>
                  <a:pt x="271" y="224"/>
                  <a:pt x="265" y="261"/>
                </a:cubicBezTo>
                <a:cubicBezTo>
                  <a:pt x="262" y="279"/>
                  <a:pt x="255" y="298"/>
                  <a:pt x="249" y="311"/>
                </a:cubicBezTo>
                <a:cubicBezTo>
                  <a:pt x="248" y="314"/>
                  <a:pt x="247" y="316"/>
                  <a:pt x="246" y="319"/>
                </a:cubicBezTo>
                <a:cubicBezTo>
                  <a:pt x="243" y="322"/>
                  <a:pt x="239" y="322"/>
                  <a:pt x="239" y="325"/>
                </a:cubicBezTo>
                <a:cubicBezTo>
                  <a:pt x="232" y="328"/>
                  <a:pt x="226" y="335"/>
                  <a:pt x="219" y="338"/>
                </a:cubicBezTo>
                <a:cubicBezTo>
                  <a:pt x="189" y="351"/>
                  <a:pt x="157" y="359"/>
                  <a:pt x="121" y="354"/>
                </a:cubicBezTo>
                <a:cubicBezTo>
                  <a:pt x="88" y="354"/>
                  <a:pt x="52" y="348"/>
                  <a:pt x="19" y="338"/>
                </a:cubicBezTo>
                <a:cubicBezTo>
                  <a:pt x="52" y="354"/>
                  <a:pt x="85" y="365"/>
                  <a:pt x="121" y="372"/>
                </a:cubicBezTo>
                <a:cubicBezTo>
                  <a:pt x="157" y="378"/>
                  <a:pt x="194" y="375"/>
                  <a:pt x="229" y="362"/>
                </a:cubicBezTo>
                <a:cubicBezTo>
                  <a:pt x="239" y="359"/>
                  <a:pt x="246" y="354"/>
                  <a:pt x="255" y="348"/>
                </a:cubicBezTo>
                <a:cubicBezTo>
                  <a:pt x="259" y="345"/>
                  <a:pt x="265" y="341"/>
                  <a:pt x="268" y="338"/>
                </a:cubicBezTo>
                <a:cubicBezTo>
                  <a:pt x="269" y="337"/>
                  <a:pt x="270" y="336"/>
                  <a:pt x="271" y="335"/>
                </a:cubicBezTo>
                <a:cubicBezTo>
                  <a:pt x="272" y="334"/>
                  <a:pt x="273" y="333"/>
                  <a:pt x="275" y="332"/>
                </a:cubicBezTo>
                <a:cubicBezTo>
                  <a:pt x="275" y="331"/>
                  <a:pt x="275" y="330"/>
                  <a:pt x="275" y="328"/>
                </a:cubicBezTo>
                <a:cubicBezTo>
                  <a:pt x="276" y="327"/>
                  <a:pt x="277" y="326"/>
                  <a:pt x="279" y="325"/>
                </a:cubicBezTo>
                <a:cubicBezTo>
                  <a:pt x="285" y="305"/>
                  <a:pt x="292" y="288"/>
                  <a:pt x="298" y="268"/>
                </a:cubicBezTo>
                <a:cubicBezTo>
                  <a:pt x="308" y="229"/>
                  <a:pt x="308" y="189"/>
                  <a:pt x="301" y="145"/>
                </a:cubicBezTo>
                <a:cubicBezTo>
                  <a:pt x="292" y="105"/>
                  <a:pt x="268" y="68"/>
                  <a:pt x="243" y="41"/>
                </a:cubicBezTo>
                <a:cubicBezTo>
                  <a:pt x="213" y="15"/>
                  <a:pt x="177" y="-5"/>
                  <a:pt x="137" y="1"/>
                </a:cubicBezTo>
                <a:cubicBezTo>
                  <a:pt x="128" y="1"/>
                  <a:pt x="118" y="4"/>
                  <a:pt x="109" y="8"/>
                </a:cubicBezTo>
                <a:cubicBezTo>
                  <a:pt x="98" y="12"/>
                  <a:pt x="92" y="15"/>
                  <a:pt x="82" y="22"/>
                </a:cubicBezTo>
                <a:cubicBezTo>
                  <a:pt x="66" y="32"/>
                  <a:pt x="52" y="45"/>
                  <a:pt x="39" y="62"/>
                </a:cubicBezTo>
                <a:cubicBezTo>
                  <a:pt x="16" y="88"/>
                  <a:pt x="3" y="128"/>
                  <a:pt x="0" y="168"/>
                </a:cubicBezTo>
                <a:cubicBezTo>
                  <a:pt x="10" y="131"/>
                  <a:pt x="23" y="94"/>
                  <a:pt x="49" y="7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89" name="">
            <a:extLst xmlns:a="http://schemas.openxmlformats.org/drawingml/2006/main">
              <a:ext uri="{FF2B5EF4-FFF2-40B4-BE49-F238E27FC236}">
                <a16:creationId xmlns:a16="http://schemas.microsoft.com/office/drawing/2014/main" id="{AD23CFA1-0B65-4943-9527-D2A7404F1713}"/>
              </a:ext>
            </a:extLst>
          </p:cNvPr>
          <p:cNvSpPr>
            <a:spLocks xmlns:a="http://schemas.openxmlformats.org/drawingml/2006/main" noGrp="1"/>
          </p:cNvSpPr>
          <p:nvPr/>
        </p:nvSpPr>
        <p:spPr>
          <a:xfrm xmlns:a="http://schemas.openxmlformats.org/drawingml/2006/main" rot="0" flipH="0" flipV="0">
            <a:off x="7921800" y="4911840"/>
            <a:ext cx="61200" cy="76320"/>
          </a:xfrm>
          <a:custGeom xmlns:a="http://schemas.openxmlformats.org/drawingml/2006/main">
            <a:rect l="0" t="0" r="r" b="b"/>
            <a:pathLst>
              <a:path w="170" h="212">
                <a:moveTo>
                  <a:pt x="0" y="106"/>
                </a:moveTo>
                <a:cubicBezTo>
                  <a:pt x="0" y="125"/>
                  <a:pt x="4" y="143"/>
                  <a:pt x="12" y="159"/>
                </a:cubicBezTo>
                <a:cubicBezTo>
                  <a:pt x="19" y="176"/>
                  <a:pt x="30" y="189"/>
                  <a:pt x="43" y="198"/>
                </a:cubicBezTo>
                <a:cubicBezTo>
                  <a:pt x="55" y="207"/>
                  <a:pt x="70" y="212"/>
                  <a:pt x="85" y="212"/>
                </a:cubicBezTo>
                <a:cubicBezTo>
                  <a:pt x="100" y="212"/>
                  <a:pt x="115" y="207"/>
                  <a:pt x="128" y="198"/>
                </a:cubicBezTo>
                <a:cubicBezTo>
                  <a:pt x="140" y="189"/>
                  <a:pt x="151" y="176"/>
                  <a:pt x="159" y="159"/>
                </a:cubicBezTo>
                <a:cubicBezTo>
                  <a:pt x="166" y="143"/>
                  <a:pt x="170" y="125"/>
                  <a:pt x="170" y="106"/>
                </a:cubicBezTo>
                <a:cubicBezTo>
                  <a:pt x="170" y="88"/>
                  <a:pt x="166" y="69"/>
                  <a:pt x="159" y="53"/>
                </a:cubicBezTo>
                <a:cubicBezTo>
                  <a:pt x="151" y="37"/>
                  <a:pt x="140" y="23"/>
                  <a:pt x="128" y="14"/>
                </a:cubicBezTo>
                <a:cubicBezTo>
                  <a:pt x="115" y="5"/>
                  <a:pt x="100" y="0"/>
                  <a:pt x="85" y="0"/>
                </a:cubicBezTo>
                <a:cubicBezTo>
                  <a:pt x="70" y="0"/>
                  <a:pt x="55" y="5"/>
                  <a:pt x="43" y="14"/>
                </a:cubicBezTo>
                <a:cubicBezTo>
                  <a:pt x="30" y="23"/>
                  <a:pt x="19" y="37"/>
                  <a:pt x="12" y="53"/>
                </a:cubicBezTo>
                <a:cubicBezTo>
                  <a:pt x="4" y="69"/>
                  <a:pt x="0" y="88"/>
                  <a:pt x="0" y="10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31320" rIns="90000" bIns="313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0" name="">
            <a:extLst xmlns:a="http://schemas.openxmlformats.org/drawingml/2006/main">
              <a:ext uri="{FF2B5EF4-FFF2-40B4-BE49-F238E27FC236}">
                <a16:creationId xmlns:a16="http://schemas.microsoft.com/office/drawing/2014/main" id="{93CA8EA2-26D3-4FC1-8985-4C86E0782CA9}"/>
              </a:ext>
            </a:extLst>
          </p:cNvPr>
          <p:cNvSpPr>
            <a:spLocks xmlns:a="http://schemas.openxmlformats.org/drawingml/2006/main" noGrp="1"/>
          </p:cNvSpPr>
          <p:nvPr/>
        </p:nvSpPr>
        <p:spPr>
          <a:xfrm xmlns:a="http://schemas.openxmlformats.org/drawingml/2006/main" rot="0" flipH="0" flipV="0">
            <a:off x="7826400" y="5047200"/>
            <a:ext cx="62280" cy="52920"/>
          </a:xfrm>
          <a:custGeom xmlns:a="http://schemas.openxmlformats.org/drawingml/2006/main">
            <a:rect l="0" t="0" r="r" b="b"/>
            <a:pathLst>
              <a:path w="173" h="147">
                <a:moveTo>
                  <a:pt x="173" y="0"/>
                </a:moveTo>
                <a:cubicBezTo>
                  <a:pt x="116" y="0"/>
                  <a:pt x="58" y="0"/>
                  <a:pt x="0" y="0"/>
                </a:cubicBezTo>
                <a:cubicBezTo>
                  <a:pt x="0" y="49"/>
                  <a:pt x="0" y="98"/>
                  <a:pt x="0" y="147"/>
                </a:cubicBezTo>
                <a:cubicBezTo>
                  <a:pt x="58" y="147"/>
                  <a:pt x="116" y="147"/>
                  <a:pt x="173" y="147"/>
                </a:cubicBezTo>
                <a:cubicBezTo>
                  <a:pt x="173" y="98"/>
                  <a:pt x="173" y="49"/>
                  <a:pt x="173"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7920" rIns="90000" bIns="79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1" name="">
            <a:extLst xmlns:a="http://schemas.openxmlformats.org/drawingml/2006/main">
              <a:ext uri="{FF2B5EF4-FFF2-40B4-BE49-F238E27FC236}">
                <a16:creationId xmlns:a16="http://schemas.microsoft.com/office/drawing/2014/main" id="{6FD6D22A-7B05-4223-891D-35336F5617FD}"/>
              </a:ext>
            </a:extLst>
          </p:cNvPr>
          <p:cNvSpPr>
            <a:spLocks xmlns:a="http://schemas.openxmlformats.org/drawingml/2006/main" noGrp="1"/>
          </p:cNvSpPr>
          <p:nvPr/>
        </p:nvSpPr>
        <p:spPr>
          <a:xfrm xmlns:a="http://schemas.openxmlformats.org/drawingml/2006/main" rot="0" flipH="0" flipV="0">
            <a:off x="7740360" y="5002560"/>
            <a:ext cx="235800" cy="85680"/>
          </a:xfrm>
          <a:custGeom xmlns:a="http://schemas.openxmlformats.org/drawingml/2006/main">
            <a:rect l="0" t="0" r="r" b="b"/>
            <a:pathLst>
              <a:path w="655" h="238">
                <a:moveTo>
                  <a:pt x="161" y="204"/>
                </a:moveTo>
                <a:cubicBezTo>
                  <a:pt x="194" y="200"/>
                  <a:pt x="226" y="193"/>
                  <a:pt x="252" y="177"/>
                </a:cubicBezTo>
                <a:cubicBezTo>
                  <a:pt x="279" y="160"/>
                  <a:pt x="298" y="138"/>
                  <a:pt x="301" y="114"/>
                </a:cubicBezTo>
                <a:cubicBezTo>
                  <a:pt x="309" y="76"/>
                  <a:pt x="317" y="38"/>
                  <a:pt x="325" y="0"/>
                </a:cubicBezTo>
                <a:cubicBezTo>
                  <a:pt x="332" y="38"/>
                  <a:pt x="339" y="76"/>
                  <a:pt x="347" y="114"/>
                </a:cubicBezTo>
                <a:cubicBezTo>
                  <a:pt x="353" y="141"/>
                  <a:pt x="370" y="160"/>
                  <a:pt x="396" y="177"/>
                </a:cubicBezTo>
                <a:cubicBezTo>
                  <a:pt x="422" y="193"/>
                  <a:pt x="455" y="204"/>
                  <a:pt x="488" y="204"/>
                </a:cubicBezTo>
                <a:cubicBezTo>
                  <a:pt x="524" y="204"/>
                  <a:pt x="556" y="200"/>
                  <a:pt x="586" y="184"/>
                </a:cubicBezTo>
                <a:cubicBezTo>
                  <a:pt x="616" y="170"/>
                  <a:pt x="642" y="147"/>
                  <a:pt x="655" y="117"/>
                </a:cubicBezTo>
                <a:cubicBezTo>
                  <a:pt x="651" y="151"/>
                  <a:pt x="632" y="181"/>
                  <a:pt x="602" y="200"/>
                </a:cubicBezTo>
                <a:cubicBezTo>
                  <a:pt x="574" y="220"/>
                  <a:pt x="531" y="234"/>
                  <a:pt x="492" y="237"/>
                </a:cubicBezTo>
                <a:cubicBezTo>
                  <a:pt x="449" y="241"/>
                  <a:pt x="410" y="231"/>
                  <a:pt x="373" y="210"/>
                </a:cubicBezTo>
                <a:cubicBezTo>
                  <a:pt x="353" y="200"/>
                  <a:pt x="340" y="187"/>
                  <a:pt x="328" y="170"/>
                </a:cubicBezTo>
                <a:cubicBezTo>
                  <a:pt x="315" y="187"/>
                  <a:pt x="298" y="200"/>
                  <a:pt x="282" y="210"/>
                </a:cubicBezTo>
                <a:cubicBezTo>
                  <a:pt x="246" y="231"/>
                  <a:pt x="203" y="241"/>
                  <a:pt x="164" y="237"/>
                </a:cubicBezTo>
                <a:cubicBezTo>
                  <a:pt x="124" y="237"/>
                  <a:pt x="82" y="224"/>
                  <a:pt x="52" y="200"/>
                </a:cubicBezTo>
                <a:cubicBezTo>
                  <a:pt x="23" y="181"/>
                  <a:pt x="0" y="147"/>
                  <a:pt x="0" y="117"/>
                </a:cubicBezTo>
                <a:cubicBezTo>
                  <a:pt x="6" y="144"/>
                  <a:pt x="33" y="167"/>
                  <a:pt x="63" y="184"/>
                </a:cubicBezTo>
                <a:cubicBezTo>
                  <a:pt x="92" y="197"/>
                  <a:pt x="128" y="204"/>
                  <a:pt x="161" y="20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0680" rIns="90000" bIns="4068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2" name="">
            <a:extLst xmlns:a="http://schemas.openxmlformats.org/drawingml/2006/main">
              <a:ext uri="{FF2B5EF4-FFF2-40B4-BE49-F238E27FC236}">
                <a16:creationId xmlns:a16="http://schemas.microsoft.com/office/drawing/2014/main" id="{555CD369-94D6-414F-ADA5-1B9FC7DE0539}"/>
              </a:ext>
            </a:extLst>
          </p:cNvPr>
          <p:cNvSpPr>
            <a:spLocks xmlns:a="http://schemas.openxmlformats.org/drawingml/2006/main" noGrp="1"/>
          </p:cNvSpPr>
          <p:nvPr/>
        </p:nvSpPr>
        <p:spPr>
          <a:xfrm xmlns:a="http://schemas.openxmlformats.org/drawingml/2006/main" rot="0" flipH="0" flipV="0">
            <a:off x="7813440" y="4987080"/>
            <a:ext cx="90000" cy="43200"/>
          </a:xfrm>
          <a:custGeom xmlns:a="http://schemas.openxmlformats.org/drawingml/2006/main">
            <a:rect l="0" t="0" r="r" b="b"/>
            <a:pathLst>
              <a:path w="250" h="120">
                <a:moveTo>
                  <a:pt x="125" y="0"/>
                </a:moveTo>
                <a:cubicBezTo>
                  <a:pt x="148" y="0"/>
                  <a:pt x="217" y="0"/>
                  <a:pt x="243" y="21"/>
                </a:cubicBezTo>
                <a:cubicBezTo>
                  <a:pt x="259" y="34"/>
                  <a:pt x="246" y="67"/>
                  <a:pt x="204" y="98"/>
                </a:cubicBezTo>
                <a:cubicBezTo>
                  <a:pt x="174" y="117"/>
                  <a:pt x="147" y="120"/>
                  <a:pt x="128" y="120"/>
                </a:cubicBezTo>
                <a:cubicBezTo>
                  <a:pt x="105" y="120"/>
                  <a:pt x="79" y="114"/>
                  <a:pt x="53" y="98"/>
                </a:cubicBezTo>
                <a:cubicBezTo>
                  <a:pt x="1" y="67"/>
                  <a:pt x="-9" y="34"/>
                  <a:pt x="7" y="21"/>
                </a:cubicBezTo>
                <a:cubicBezTo>
                  <a:pt x="30" y="0"/>
                  <a:pt x="102" y="0"/>
                  <a:pt x="125"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800" rIns="90000" bIns="-18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4" name="">
            <a:extLst xmlns:a="http://schemas.openxmlformats.org/drawingml/2006/main">
              <a:ext uri="{FF2B5EF4-FFF2-40B4-BE49-F238E27FC236}">
                <a16:creationId xmlns:a16="http://schemas.microsoft.com/office/drawing/2014/main" id="{8AA2393B-7B65-41FA-A7D1-49A21286E137}"/>
              </a:ext>
            </a:extLst>
          </p:cNvPr>
          <p:cNvSpPr>
            <a:spLocks xmlns:a="http://schemas.openxmlformats.org/drawingml/2006/main" noGrp="1"/>
          </p:cNvSpPr>
          <p:nvPr/>
        </p:nvSpPr>
        <p:spPr>
          <a:xfrm xmlns:a="http://schemas.openxmlformats.org/drawingml/2006/main" rot="0" flipH="0" flipV="0">
            <a:off x="9312840" y="5016600"/>
            <a:ext cx="47160" cy="52560"/>
          </a:xfrm>
          <a:custGeom xmlns:a="http://schemas.openxmlformats.org/drawingml/2006/main">
            <a:rect l="0" t="0" r="r" b="b"/>
            <a:pathLst>
              <a:path w="131" h="146">
                <a:moveTo>
                  <a:pt x="131" y="73"/>
                </a:moveTo>
                <a:cubicBezTo>
                  <a:pt x="131" y="86"/>
                  <a:pt x="128" y="98"/>
                  <a:pt x="123" y="109"/>
                </a:cubicBezTo>
                <a:cubicBezTo>
                  <a:pt x="117" y="121"/>
                  <a:pt x="109" y="130"/>
                  <a:pt x="99" y="136"/>
                </a:cubicBezTo>
                <a:cubicBezTo>
                  <a:pt x="89" y="143"/>
                  <a:pt x="78" y="146"/>
                  <a:pt x="66" y="146"/>
                </a:cubicBezTo>
                <a:cubicBezTo>
                  <a:pt x="54" y="146"/>
                  <a:pt x="43" y="143"/>
                  <a:pt x="33" y="136"/>
                </a:cubicBezTo>
                <a:cubicBezTo>
                  <a:pt x="23" y="130"/>
                  <a:pt x="14" y="121"/>
                  <a:pt x="9" y="109"/>
                </a:cubicBezTo>
                <a:cubicBezTo>
                  <a:pt x="3" y="98"/>
                  <a:pt x="0" y="86"/>
                  <a:pt x="0" y="73"/>
                </a:cubicBezTo>
                <a:cubicBezTo>
                  <a:pt x="0" y="61"/>
                  <a:pt x="3" y="48"/>
                  <a:pt x="9" y="37"/>
                </a:cubicBezTo>
                <a:cubicBezTo>
                  <a:pt x="15" y="25"/>
                  <a:pt x="23" y="16"/>
                  <a:pt x="33" y="10"/>
                </a:cubicBezTo>
                <a:cubicBezTo>
                  <a:pt x="43" y="3"/>
                  <a:pt x="54" y="0"/>
                  <a:pt x="66" y="0"/>
                </a:cubicBezTo>
                <a:cubicBezTo>
                  <a:pt x="78" y="0"/>
                  <a:pt x="89" y="3"/>
                  <a:pt x="99" y="10"/>
                </a:cubicBezTo>
                <a:cubicBezTo>
                  <a:pt x="109" y="16"/>
                  <a:pt x="117" y="25"/>
                  <a:pt x="123" y="37"/>
                </a:cubicBezTo>
                <a:cubicBezTo>
                  <a:pt x="128" y="48"/>
                  <a:pt x="131" y="61"/>
                  <a:pt x="131" y="7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7560" rIns="90000" bIns="75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5" name="">
            <a:extLst xmlns:a="http://schemas.openxmlformats.org/drawingml/2006/main">
              <a:ext uri="{FF2B5EF4-FFF2-40B4-BE49-F238E27FC236}">
                <a16:creationId xmlns:a16="http://schemas.microsoft.com/office/drawing/2014/main" id="{FAA72623-ADFD-4274-8A56-F1B9D1F43DB7}"/>
              </a:ext>
            </a:extLst>
          </p:cNvPr>
          <p:cNvSpPr>
            <a:spLocks xmlns:a="http://schemas.openxmlformats.org/drawingml/2006/main" noGrp="1"/>
          </p:cNvSpPr>
          <p:nvPr/>
        </p:nvSpPr>
        <p:spPr>
          <a:xfrm xmlns:a="http://schemas.openxmlformats.org/drawingml/2006/main" rot="0" flipH="0" flipV="0">
            <a:off x="9261000" y="5010480"/>
            <a:ext cx="82440" cy="105120"/>
          </a:xfrm>
          <a:custGeom xmlns:a="http://schemas.openxmlformats.org/drawingml/2006/main">
            <a:rect l="0" t="0" r="r" b="b"/>
            <a:pathLst>
              <a:path w="229" h="292">
                <a:moveTo>
                  <a:pt x="215" y="246"/>
                </a:moveTo>
                <a:cubicBezTo>
                  <a:pt x="265" y="57"/>
                  <a:pt x="160" y="82"/>
                  <a:pt x="133" y="0"/>
                </a:cubicBezTo>
                <a:cubicBezTo>
                  <a:pt x="94" y="19"/>
                  <a:pt x="55" y="39"/>
                  <a:pt x="16" y="58"/>
                </a:cubicBezTo>
                <a:cubicBezTo>
                  <a:pt x="16" y="57"/>
                  <a:pt x="-20" y="238"/>
                  <a:pt x="15" y="278"/>
                </a:cubicBezTo>
                <a:cubicBezTo>
                  <a:pt x="41" y="308"/>
                  <a:pt x="205" y="284"/>
                  <a:pt x="215" y="246"/>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6" name="">
            <a:extLst xmlns:a="http://schemas.openxmlformats.org/drawingml/2006/main">
              <a:ext uri="{FF2B5EF4-FFF2-40B4-BE49-F238E27FC236}">
                <a16:creationId xmlns:a16="http://schemas.microsoft.com/office/drawing/2014/main" id="{806F32CF-D2F8-46E9-8535-41DCD5DEE9F9}"/>
              </a:ext>
            </a:extLst>
          </p:cNvPr>
          <p:cNvSpPr>
            <a:spLocks xmlns:a="http://schemas.openxmlformats.org/drawingml/2006/main" noGrp="1"/>
          </p:cNvSpPr>
          <p:nvPr/>
        </p:nvSpPr>
        <p:spPr>
          <a:xfrm xmlns:a="http://schemas.openxmlformats.org/drawingml/2006/main" rot="0" flipH="0" flipV="0">
            <a:off x="9266760" y="5069160"/>
            <a:ext cx="48240" cy="25560"/>
          </a:xfrm>
          <a:custGeom xmlns:a="http://schemas.openxmlformats.org/drawingml/2006/main">
            <a:rect l="0" t="0" r="r" b="b"/>
            <a:pathLst>
              <a:path w="134" h="71">
                <a:moveTo>
                  <a:pt x="18" y="34"/>
                </a:moveTo>
                <a:cubicBezTo>
                  <a:pt x="28" y="24"/>
                  <a:pt x="39" y="14"/>
                  <a:pt x="52" y="9"/>
                </a:cubicBezTo>
                <a:cubicBezTo>
                  <a:pt x="79" y="-3"/>
                  <a:pt x="109" y="-3"/>
                  <a:pt x="134" y="7"/>
                </a:cubicBezTo>
                <a:cubicBezTo>
                  <a:pt x="107" y="7"/>
                  <a:pt x="82" y="9"/>
                  <a:pt x="58" y="21"/>
                </a:cubicBezTo>
                <a:cubicBezTo>
                  <a:pt x="46" y="25"/>
                  <a:pt x="35" y="32"/>
                  <a:pt x="25" y="41"/>
                </a:cubicBezTo>
                <a:cubicBezTo>
                  <a:pt x="17" y="49"/>
                  <a:pt x="6" y="59"/>
                  <a:pt x="0" y="71"/>
                </a:cubicBezTo>
                <a:cubicBezTo>
                  <a:pt x="2" y="57"/>
                  <a:pt x="9" y="44"/>
                  <a:pt x="18" y="3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9440" rIns="90000" bIns="-194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7" name="">
            <a:extLst xmlns:a="http://schemas.openxmlformats.org/drawingml/2006/main">
              <a:ext uri="{FF2B5EF4-FFF2-40B4-BE49-F238E27FC236}">
                <a16:creationId xmlns:a16="http://schemas.microsoft.com/office/drawing/2014/main" id="{09F5A6BF-9EC9-4D26-B5FF-1FFE9A9C92AB}"/>
              </a:ext>
            </a:extLst>
          </p:cNvPr>
          <p:cNvSpPr>
            <a:spLocks xmlns:a="http://schemas.openxmlformats.org/drawingml/2006/main" noGrp="1"/>
          </p:cNvSpPr>
          <p:nvPr/>
        </p:nvSpPr>
        <p:spPr>
          <a:xfrm xmlns:a="http://schemas.openxmlformats.org/drawingml/2006/main" rot="0" flipH="0" flipV="0">
            <a:off x="9207360" y="5002200"/>
            <a:ext cx="69480" cy="127800"/>
          </a:xfrm>
          <a:custGeom xmlns:a="http://schemas.openxmlformats.org/drawingml/2006/main">
            <a:rect l="0" t="0" r="r" b="b"/>
            <a:pathLst>
              <a:path w="193" h="355">
                <a:moveTo>
                  <a:pt x="154" y="333"/>
                </a:moveTo>
                <a:cubicBezTo>
                  <a:pt x="193" y="291"/>
                  <a:pt x="192" y="106"/>
                  <a:pt x="193" y="15"/>
                </a:cubicBezTo>
                <a:cubicBezTo>
                  <a:pt x="137" y="10"/>
                  <a:pt x="82" y="5"/>
                  <a:pt x="26" y="0"/>
                </a:cubicBezTo>
                <a:cubicBezTo>
                  <a:pt x="25" y="0"/>
                  <a:pt x="-21" y="293"/>
                  <a:pt x="12" y="333"/>
                </a:cubicBezTo>
                <a:cubicBezTo>
                  <a:pt x="36" y="363"/>
                  <a:pt x="126" y="362"/>
                  <a:pt x="154" y="33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8" name="">
            <a:extLst xmlns:a="http://schemas.openxmlformats.org/drawingml/2006/main">
              <a:ext uri="{FF2B5EF4-FFF2-40B4-BE49-F238E27FC236}">
                <a16:creationId xmlns:a16="http://schemas.microsoft.com/office/drawing/2014/main" id="{31550351-34E2-4D84-8686-4426FB21B3AA}"/>
              </a:ext>
            </a:extLst>
          </p:cNvPr>
          <p:cNvSpPr>
            <a:spLocks xmlns:a="http://schemas.openxmlformats.org/drawingml/2006/main" noGrp="1"/>
          </p:cNvSpPr>
          <p:nvPr/>
        </p:nvSpPr>
        <p:spPr>
          <a:xfrm xmlns:a="http://schemas.openxmlformats.org/drawingml/2006/main" rot="0" flipH="0" flipV="0">
            <a:off x="9145800" y="5002200"/>
            <a:ext cx="69840" cy="127800"/>
          </a:xfrm>
          <a:custGeom xmlns:a="http://schemas.openxmlformats.org/drawingml/2006/main">
            <a:rect l="0" t="0" r="r" b="b"/>
            <a:pathLst>
              <a:path w="194" h="355">
                <a:moveTo>
                  <a:pt x="39" y="333"/>
                </a:moveTo>
                <a:cubicBezTo>
                  <a:pt x="0" y="291"/>
                  <a:pt x="1" y="106"/>
                  <a:pt x="0" y="15"/>
                </a:cubicBezTo>
                <a:cubicBezTo>
                  <a:pt x="56" y="10"/>
                  <a:pt x="112" y="5"/>
                  <a:pt x="167" y="0"/>
                </a:cubicBezTo>
                <a:cubicBezTo>
                  <a:pt x="172" y="111"/>
                  <a:pt x="215" y="294"/>
                  <a:pt x="182" y="333"/>
                </a:cubicBezTo>
                <a:cubicBezTo>
                  <a:pt x="158" y="363"/>
                  <a:pt x="67" y="362"/>
                  <a:pt x="39" y="33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299" name="">
            <a:extLst xmlns:a="http://schemas.openxmlformats.org/drawingml/2006/main">
              <a:ext uri="{FF2B5EF4-FFF2-40B4-BE49-F238E27FC236}">
                <a16:creationId xmlns:a16="http://schemas.microsoft.com/office/drawing/2014/main" id="{ED5F44C7-365D-459F-8781-0022C36B1024}"/>
              </a:ext>
            </a:extLst>
          </p:cNvPr>
          <p:cNvSpPr>
            <a:spLocks xmlns:a="http://schemas.openxmlformats.org/drawingml/2006/main" noGrp="1"/>
          </p:cNvSpPr>
          <p:nvPr/>
        </p:nvSpPr>
        <p:spPr>
          <a:xfrm xmlns:a="http://schemas.openxmlformats.org/drawingml/2006/main" rot="0" flipH="0" flipV="0">
            <a:off x="9208800" y="5070240"/>
            <a:ext cx="5040" cy="51840"/>
          </a:xfrm>
          <a:custGeom xmlns:a="http://schemas.openxmlformats.org/drawingml/2006/main">
            <a:rect l="0" t="0" r="r" b="b"/>
            <a:pathLst>
              <a:path w="14" h="144">
                <a:moveTo>
                  <a:pt x="0" y="71"/>
                </a:moveTo>
                <a:cubicBezTo>
                  <a:pt x="0" y="48"/>
                  <a:pt x="2" y="24"/>
                  <a:pt x="7" y="0"/>
                </a:cubicBezTo>
                <a:cubicBezTo>
                  <a:pt x="12" y="24"/>
                  <a:pt x="14" y="49"/>
                  <a:pt x="14" y="71"/>
                </a:cubicBezTo>
                <a:cubicBezTo>
                  <a:pt x="12" y="96"/>
                  <a:pt x="12" y="120"/>
                  <a:pt x="7" y="144"/>
                </a:cubicBezTo>
                <a:cubicBezTo>
                  <a:pt x="2" y="120"/>
                  <a:pt x="0" y="95"/>
                  <a:pt x="0" y="71"/>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6840" rIns="90000" bIns="6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0" name="">
            <a:extLst xmlns:a="http://schemas.openxmlformats.org/drawingml/2006/main">
              <a:ext uri="{FF2B5EF4-FFF2-40B4-BE49-F238E27FC236}">
                <a16:creationId xmlns:a16="http://schemas.microsoft.com/office/drawing/2014/main" id="{3346FC99-2998-4796-998E-B1B4D8F51B60}"/>
              </a:ext>
            </a:extLst>
          </p:cNvPr>
          <p:cNvSpPr>
            <a:spLocks xmlns:a="http://schemas.openxmlformats.org/drawingml/2006/main" noGrp="1"/>
          </p:cNvSpPr>
          <p:nvPr/>
        </p:nvSpPr>
        <p:spPr>
          <a:xfrm xmlns:a="http://schemas.openxmlformats.org/drawingml/2006/main" rot="0" flipH="0" flipV="0">
            <a:off x="9158400" y="4997520"/>
            <a:ext cx="106200" cy="104040"/>
          </a:xfrm>
          <a:custGeom xmlns:a="http://schemas.openxmlformats.org/drawingml/2006/main">
            <a:rect l="0" t="0" r="r" b="b"/>
            <a:pathLst>
              <a:path w="295" h="289">
                <a:moveTo>
                  <a:pt x="148" y="289"/>
                </a:moveTo>
                <a:cubicBezTo>
                  <a:pt x="99" y="238"/>
                  <a:pt x="0" y="212"/>
                  <a:pt x="0" y="136"/>
                </a:cubicBezTo>
                <a:cubicBezTo>
                  <a:pt x="0" y="61"/>
                  <a:pt x="66" y="0"/>
                  <a:pt x="148" y="0"/>
                </a:cubicBezTo>
                <a:cubicBezTo>
                  <a:pt x="230" y="0"/>
                  <a:pt x="295" y="61"/>
                  <a:pt x="295" y="136"/>
                </a:cubicBezTo>
                <a:cubicBezTo>
                  <a:pt x="295" y="212"/>
                  <a:pt x="197" y="238"/>
                  <a:pt x="148" y="289"/>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1" name="">
            <a:extLst xmlns:a="http://schemas.openxmlformats.org/drawingml/2006/main">
              <a:ext uri="{FF2B5EF4-FFF2-40B4-BE49-F238E27FC236}">
                <a16:creationId xmlns:a16="http://schemas.microsoft.com/office/drawing/2014/main" id="{BD6E8C48-07E1-44D1-81F3-558093B4D6E0}"/>
              </a:ext>
            </a:extLst>
          </p:cNvPr>
          <p:cNvSpPr>
            <a:spLocks xmlns:a="http://schemas.openxmlformats.org/drawingml/2006/main" noGrp="1"/>
          </p:cNvSpPr>
          <p:nvPr/>
        </p:nvSpPr>
        <p:spPr>
          <a:xfrm xmlns:a="http://schemas.openxmlformats.org/drawingml/2006/main" rot="0" flipH="0" flipV="0">
            <a:off x="9252720" y="4770000"/>
            <a:ext cx="80280" cy="157680"/>
          </a:xfrm>
          <a:custGeom xmlns:a="http://schemas.openxmlformats.org/drawingml/2006/main">
            <a:rect l="0" t="0" r="r" b="b"/>
            <a:pathLst>
              <a:path w="223" h="438">
                <a:moveTo>
                  <a:pt x="20" y="192"/>
                </a:moveTo>
                <a:cubicBezTo>
                  <a:pt x="12" y="367"/>
                  <a:pt x="7" y="341"/>
                  <a:pt x="0" y="416"/>
                </a:cubicBezTo>
                <a:cubicBezTo>
                  <a:pt x="31" y="423"/>
                  <a:pt x="61" y="431"/>
                  <a:pt x="92" y="438"/>
                </a:cubicBezTo>
                <a:cubicBezTo>
                  <a:pt x="130" y="372"/>
                  <a:pt x="87" y="422"/>
                  <a:pt x="206" y="238"/>
                </a:cubicBezTo>
                <a:cubicBezTo>
                  <a:pt x="248" y="170"/>
                  <a:pt x="203" y="11"/>
                  <a:pt x="176" y="0"/>
                </a:cubicBezTo>
                <a:cubicBezTo>
                  <a:pt x="160" y="-4"/>
                  <a:pt x="23" y="102"/>
                  <a:pt x="20" y="19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2" name="">
            <a:extLst xmlns:a="http://schemas.openxmlformats.org/drawingml/2006/main">
              <a:ext uri="{FF2B5EF4-FFF2-40B4-BE49-F238E27FC236}">
                <a16:creationId xmlns:a16="http://schemas.microsoft.com/office/drawing/2014/main" id="{07EC96E8-052B-4B75-A18B-C53D350F3830}"/>
              </a:ext>
            </a:extLst>
          </p:cNvPr>
          <p:cNvSpPr>
            <a:spLocks xmlns:a="http://schemas.openxmlformats.org/drawingml/2006/main" noGrp="1"/>
          </p:cNvSpPr>
          <p:nvPr/>
        </p:nvSpPr>
        <p:spPr>
          <a:xfrm xmlns:a="http://schemas.openxmlformats.org/drawingml/2006/main" rot="0" flipH="0" flipV="0">
            <a:off x="9259200" y="4801680"/>
            <a:ext cx="57960" cy="124920"/>
          </a:xfrm>
          <a:custGeom xmlns:a="http://schemas.openxmlformats.org/drawingml/2006/main">
            <a:rect l="0" t="0" r="r" b="b"/>
            <a:pathLst>
              <a:path w="161" h="347">
                <a:moveTo>
                  <a:pt x="42" y="114"/>
                </a:moveTo>
                <a:cubicBezTo>
                  <a:pt x="10" y="284"/>
                  <a:pt x="14" y="259"/>
                  <a:pt x="0" y="332"/>
                </a:cubicBezTo>
                <a:cubicBezTo>
                  <a:pt x="20" y="337"/>
                  <a:pt x="41" y="342"/>
                  <a:pt x="61" y="347"/>
                </a:cubicBezTo>
                <a:cubicBezTo>
                  <a:pt x="90" y="278"/>
                  <a:pt x="61" y="335"/>
                  <a:pt x="149" y="140"/>
                </a:cubicBezTo>
                <a:cubicBezTo>
                  <a:pt x="173" y="90"/>
                  <a:pt x="159" y="9"/>
                  <a:pt x="134" y="0"/>
                </a:cubicBezTo>
                <a:cubicBezTo>
                  <a:pt x="118" y="-5"/>
                  <a:pt x="54" y="44"/>
                  <a:pt x="42" y="11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3" name="">
            <a:extLst xmlns:a="http://schemas.openxmlformats.org/drawingml/2006/main">
              <a:ext uri="{FF2B5EF4-FFF2-40B4-BE49-F238E27FC236}">
                <a16:creationId xmlns:a16="http://schemas.microsoft.com/office/drawing/2014/main" id="{C9513C4E-BF49-4CE4-896F-1147D47E5613}"/>
              </a:ext>
            </a:extLst>
          </p:cNvPr>
          <p:cNvSpPr>
            <a:spLocks xmlns:a="http://schemas.openxmlformats.org/drawingml/2006/main" noGrp="1"/>
          </p:cNvSpPr>
          <p:nvPr/>
        </p:nvSpPr>
        <p:spPr>
          <a:xfrm xmlns:a="http://schemas.openxmlformats.org/drawingml/2006/main" rot="0" flipH="0" flipV="0">
            <a:off x="9090000" y="4770000"/>
            <a:ext cx="80280" cy="157680"/>
          </a:xfrm>
          <a:custGeom xmlns:a="http://schemas.openxmlformats.org/drawingml/2006/main">
            <a:rect l="0" t="0" r="r" b="b"/>
            <a:pathLst>
              <a:path w="223" h="438">
                <a:moveTo>
                  <a:pt x="203" y="192"/>
                </a:moveTo>
                <a:cubicBezTo>
                  <a:pt x="211" y="367"/>
                  <a:pt x="216" y="341"/>
                  <a:pt x="223" y="416"/>
                </a:cubicBezTo>
                <a:cubicBezTo>
                  <a:pt x="192" y="423"/>
                  <a:pt x="162" y="431"/>
                  <a:pt x="131" y="438"/>
                </a:cubicBezTo>
                <a:cubicBezTo>
                  <a:pt x="94" y="372"/>
                  <a:pt x="136" y="422"/>
                  <a:pt x="18" y="238"/>
                </a:cubicBezTo>
                <a:cubicBezTo>
                  <a:pt x="-26" y="170"/>
                  <a:pt x="22" y="11"/>
                  <a:pt x="47" y="0"/>
                </a:cubicBezTo>
                <a:cubicBezTo>
                  <a:pt x="64" y="-4"/>
                  <a:pt x="200" y="102"/>
                  <a:pt x="203" y="19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4" name="">
            <a:extLst xmlns:a="http://schemas.openxmlformats.org/drawingml/2006/main">
              <a:ext uri="{FF2B5EF4-FFF2-40B4-BE49-F238E27FC236}">
                <a16:creationId xmlns:a16="http://schemas.microsoft.com/office/drawing/2014/main" id="{561A3C6C-206B-4D14-BD91-7A523462F4E2}"/>
              </a:ext>
            </a:extLst>
          </p:cNvPr>
          <p:cNvSpPr>
            <a:spLocks xmlns:a="http://schemas.openxmlformats.org/drawingml/2006/main" noGrp="1"/>
          </p:cNvSpPr>
          <p:nvPr/>
        </p:nvSpPr>
        <p:spPr>
          <a:xfrm xmlns:a="http://schemas.openxmlformats.org/drawingml/2006/main" rot="0" flipH="0" flipV="0">
            <a:off x="9105480" y="4801680"/>
            <a:ext cx="58320" cy="125640"/>
          </a:xfrm>
          <a:custGeom xmlns:a="http://schemas.openxmlformats.org/drawingml/2006/main">
            <a:rect l="0" t="0" r="r" b="b"/>
            <a:pathLst>
              <a:path w="162" h="349">
                <a:moveTo>
                  <a:pt x="121" y="114"/>
                </a:moveTo>
                <a:cubicBezTo>
                  <a:pt x="152" y="284"/>
                  <a:pt x="148" y="259"/>
                  <a:pt x="162" y="332"/>
                </a:cubicBezTo>
                <a:cubicBezTo>
                  <a:pt x="142" y="337"/>
                  <a:pt x="123" y="343"/>
                  <a:pt x="103" y="349"/>
                </a:cubicBezTo>
                <a:cubicBezTo>
                  <a:pt x="73" y="280"/>
                  <a:pt x="103" y="337"/>
                  <a:pt x="13" y="142"/>
                </a:cubicBezTo>
                <a:cubicBezTo>
                  <a:pt x="-11" y="90"/>
                  <a:pt x="1" y="9"/>
                  <a:pt x="28" y="0"/>
                </a:cubicBezTo>
                <a:cubicBezTo>
                  <a:pt x="44" y="-5"/>
                  <a:pt x="107" y="44"/>
                  <a:pt x="121" y="114"/>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5" name="">
            <a:extLst xmlns:a="http://schemas.openxmlformats.org/drawingml/2006/main">
              <a:ext uri="{FF2B5EF4-FFF2-40B4-BE49-F238E27FC236}">
                <a16:creationId xmlns:a16="http://schemas.microsoft.com/office/drawing/2014/main" id="{0D7B8728-6BBD-4993-9060-24C720F5D281}"/>
              </a:ext>
            </a:extLst>
          </p:cNvPr>
          <p:cNvSpPr>
            <a:spLocks xmlns:a="http://schemas.openxmlformats.org/drawingml/2006/main" noGrp="1"/>
          </p:cNvSpPr>
          <p:nvPr/>
        </p:nvSpPr>
        <p:spPr>
          <a:xfrm xmlns:a="http://schemas.openxmlformats.org/drawingml/2006/main" rot="0" flipH="0" flipV="0">
            <a:off x="9103320" y="4866120"/>
            <a:ext cx="216360" cy="192240"/>
          </a:xfrm>
          <a:custGeom xmlns:a="http://schemas.openxmlformats.org/drawingml/2006/main">
            <a:rect l="0" t="0" r="r" b="b"/>
            <a:pathLst>
              <a:path w="601" h="534">
                <a:moveTo>
                  <a:pt x="301" y="0"/>
                </a:moveTo>
                <a:cubicBezTo>
                  <a:pt x="466" y="0"/>
                  <a:pt x="542" y="71"/>
                  <a:pt x="542" y="171"/>
                </a:cubicBezTo>
                <a:cubicBezTo>
                  <a:pt x="542" y="254"/>
                  <a:pt x="666" y="378"/>
                  <a:pt x="555" y="459"/>
                </a:cubicBezTo>
                <a:cubicBezTo>
                  <a:pt x="500" y="499"/>
                  <a:pt x="409" y="534"/>
                  <a:pt x="301" y="534"/>
                </a:cubicBezTo>
                <a:cubicBezTo>
                  <a:pt x="193" y="534"/>
                  <a:pt x="101" y="499"/>
                  <a:pt x="46" y="459"/>
                </a:cubicBezTo>
                <a:cubicBezTo>
                  <a:pt x="-65" y="376"/>
                  <a:pt x="59" y="254"/>
                  <a:pt x="59" y="171"/>
                </a:cubicBezTo>
                <a:cubicBezTo>
                  <a:pt x="59" y="71"/>
                  <a:pt x="134" y="0"/>
                  <a:pt x="301"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6" name="">
            <a:extLst xmlns:a="http://schemas.openxmlformats.org/drawingml/2006/main">
              <a:ext uri="{FF2B5EF4-FFF2-40B4-BE49-F238E27FC236}">
                <a16:creationId xmlns:a16="http://schemas.microsoft.com/office/drawing/2014/main" id="{3E458EF7-DB9F-4602-8E82-8B42624C2F82}"/>
              </a:ext>
            </a:extLst>
          </p:cNvPr>
          <p:cNvSpPr>
            <a:spLocks xmlns:a="http://schemas.openxmlformats.org/drawingml/2006/main" noGrp="1"/>
          </p:cNvSpPr>
          <p:nvPr/>
        </p:nvSpPr>
        <p:spPr>
          <a:xfrm xmlns:a="http://schemas.openxmlformats.org/drawingml/2006/main" rot="0" flipH="0" flipV="0">
            <a:off x="9116280" y="4892400"/>
            <a:ext cx="189000" cy="159480"/>
          </a:xfrm>
          <a:custGeom xmlns:a="http://schemas.openxmlformats.org/drawingml/2006/main">
            <a:rect l="0" t="0" r="r" b="b"/>
            <a:pathLst>
              <a:path w="525" h="443">
                <a:moveTo>
                  <a:pt x="286" y="15"/>
                </a:moveTo>
                <a:cubicBezTo>
                  <a:pt x="271" y="-5"/>
                  <a:pt x="257" y="-5"/>
                  <a:pt x="244" y="15"/>
                </a:cubicBezTo>
                <a:cubicBezTo>
                  <a:pt x="208" y="60"/>
                  <a:pt x="155" y="156"/>
                  <a:pt x="151" y="236"/>
                </a:cubicBezTo>
                <a:cubicBezTo>
                  <a:pt x="89" y="228"/>
                  <a:pt x="19" y="231"/>
                  <a:pt x="4" y="265"/>
                </a:cubicBezTo>
                <a:cubicBezTo>
                  <a:pt x="-24" y="331"/>
                  <a:pt x="107" y="443"/>
                  <a:pt x="263" y="443"/>
                </a:cubicBezTo>
                <a:cubicBezTo>
                  <a:pt x="420" y="443"/>
                  <a:pt x="549" y="331"/>
                  <a:pt x="522" y="265"/>
                </a:cubicBezTo>
                <a:cubicBezTo>
                  <a:pt x="510" y="231"/>
                  <a:pt x="439" y="228"/>
                  <a:pt x="378" y="236"/>
                </a:cubicBezTo>
                <a:cubicBezTo>
                  <a:pt x="375" y="156"/>
                  <a:pt x="320" y="60"/>
                  <a:pt x="286" y="1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7" name="">
            <a:extLst xmlns:a="http://schemas.openxmlformats.org/drawingml/2006/main">
              <a:ext uri="{FF2B5EF4-FFF2-40B4-BE49-F238E27FC236}">
                <a16:creationId xmlns:a16="http://schemas.microsoft.com/office/drawing/2014/main" id="{6189D616-7EC5-47E6-8CF0-A5007B4C4AC1}"/>
              </a:ext>
            </a:extLst>
          </p:cNvPr>
          <p:cNvSpPr>
            <a:spLocks xmlns:a="http://schemas.openxmlformats.org/drawingml/2006/main" noGrp="1"/>
          </p:cNvSpPr>
          <p:nvPr/>
        </p:nvSpPr>
        <p:spPr>
          <a:xfrm xmlns:a="http://schemas.openxmlformats.org/drawingml/2006/main" rot="0" flipH="0" flipV="0">
            <a:off x="9166680" y="5006520"/>
            <a:ext cx="89280" cy="32760"/>
          </a:xfrm>
          <a:custGeom xmlns:a="http://schemas.openxmlformats.org/drawingml/2006/main">
            <a:rect l="0" t="0" r="r" b="b"/>
            <a:pathLst>
              <a:path w="248" h="91">
                <a:moveTo>
                  <a:pt x="198" y="32"/>
                </a:moveTo>
                <a:cubicBezTo>
                  <a:pt x="180" y="34"/>
                  <a:pt x="160" y="29"/>
                  <a:pt x="146" y="19"/>
                </a:cubicBezTo>
                <a:cubicBezTo>
                  <a:pt x="137" y="14"/>
                  <a:pt x="131" y="8"/>
                  <a:pt x="124" y="0"/>
                </a:cubicBezTo>
                <a:cubicBezTo>
                  <a:pt x="119" y="8"/>
                  <a:pt x="111" y="14"/>
                  <a:pt x="103" y="19"/>
                </a:cubicBezTo>
                <a:cubicBezTo>
                  <a:pt x="86" y="29"/>
                  <a:pt x="68" y="35"/>
                  <a:pt x="50" y="32"/>
                </a:cubicBezTo>
                <a:cubicBezTo>
                  <a:pt x="32" y="32"/>
                  <a:pt x="15" y="26"/>
                  <a:pt x="1" y="14"/>
                </a:cubicBezTo>
                <a:cubicBezTo>
                  <a:pt x="-7" y="8"/>
                  <a:pt x="36" y="91"/>
                  <a:pt x="124" y="91"/>
                </a:cubicBezTo>
                <a:cubicBezTo>
                  <a:pt x="213" y="91"/>
                  <a:pt x="256" y="8"/>
                  <a:pt x="247" y="14"/>
                </a:cubicBezTo>
                <a:cubicBezTo>
                  <a:pt x="234" y="25"/>
                  <a:pt x="216" y="31"/>
                  <a:pt x="198" y="3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2240" rIns="90000" bIns="-122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8" name="">
            <a:extLst xmlns:a="http://schemas.openxmlformats.org/drawingml/2006/main">
              <a:ext uri="{FF2B5EF4-FFF2-40B4-BE49-F238E27FC236}">
                <a16:creationId xmlns:a16="http://schemas.microsoft.com/office/drawing/2014/main" id="{BF3D057D-101B-4C6E-9AA8-4D3B78E2B948}"/>
              </a:ext>
            </a:extLst>
          </p:cNvPr>
          <p:cNvSpPr>
            <a:spLocks xmlns:a="http://schemas.openxmlformats.org/drawingml/2006/main" noGrp="1"/>
          </p:cNvSpPr>
          <p:nvPr/>
        </p:nvSpPr>
        <p:spPr>
          <a:xfrm xmlns:a="http://schemas.openxmlformats.org/drawingml/2006/main" rot="0" flipH="0" flipV="0">
            <a:off x="9235080" y="4915800"/>
            <a:ext cx="52560" cy="63360"/>
          </a:xfrm>
          <a:custGeom xmlns:a="http://schemas.openxmlformats.org/drawingml/2006/main">
            <a:rect l="0" t="0" r="r" b="b"/>
            <a:pathLst>
              <a:path w="146" h="176">
                <a:moveTo>
                  <a:pt x="50" y="5"/>
                </a:moveTo>
                <a:cubicBezTo>
                  <a:pt x="99" y="-16"/>
                  <a:pt x="133" y="33"/>
                  <a:pt x="140" y="60"/>
                </a:cubicBezTo>
                <a:cubicBezTo>
                  <a:pt x="154" y="100"/>
                  <a:pt x="137" y="145"/>
                  <a:pt x="133" y="154"/>
                </a:cubicBezTo>
                <a:cubicBezTo>
                  <a:pt x="129" y="162"/>
                  <a:pt x="93" y="193"/>
                  <a:pt x="12" y="163"/>
                </a:cubicBezTo>
                <a:cubicBezTo>
                  <a:pt x="14" y="163"/>
                  <a:pt x="-7" y="119"/>
                  <a:pt x="2" y="76"/>
                </a:cubicBezTo>
                <a:cubicBezTo>
                  <a:pt x="18" y="53"/>
                  <a:pt x="8" y="21"/>
                  <a:pt x="50" y="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8360" rIns="90000" bIns="183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09" name="">
            <a:extLst xmlns:a="http://schemas.openxmlformats.org/drawingml/2006/main">
              <a:ext uri="{FF2B5EF4-FFF2-40B4-BE49-F238E27FC236}">
                <a16:creationId xmlns:a16="http://schemas.microsoft.com/office/drawing/2014/main" id="{8C411AB4-18C0-4752-8BAD-20CFA049EB1D}"/>
              </a:ext>
            </a:extLst>
          </p:cNvPr>
          <p:cNvSpPr>
            <a:spLocks xmlns:a="http://schemas.openxmlformats.org/drawingml/2006/main" noGrp="1"/>
          </p:cNvSpPr>
          <p:nvPr/>
        </p:nvSpPr>
        <p:spPr>
          <a:xfrm xmlns:a="http://schemas.openxmlformats.org/drawingml/2006/main" rot="0" flipH="0" flipV="0">
            <a:off x="9236160" y="4912920"/>
            <a:ext cx="54720" cy="68040"/>
          </a:xfrm>
          <a:custGeom xmlns:a="http://schemas.openxmlformats.org/drawingml/2006/main">
            <a:rect l="0" t="0" r="r" b="b"/>
            <a:pathLst>
              <a:path w="152" h="189">
                <a:moveTo>
                  <a:pt x="18" y="30"/>
                </a:moveTo>
                <a:cubicBezTo>
                  <a:pt x="25" y="22"/>
                  <a:pt x="31" y="15"/>
                  <a:pt x="39" y="10"/>
                </a:cubicBezTo>
                <a:cubicBezTo>
                  <a:pt x="43" y="7"/>
                  <a:pt x="48" y="5"/>
                  <a:pt x="52" y="4"/>
                </a:cubicBezTo>
                <a:cubicBezTo>
                  <a:pt x="58" y="2"/>
                  <a:pt x="63" y="1"/>
                  <a:pt x="67" y="1"/>
                </a:cubicBezTo>
                <a:cubicBezTo>
                  <a:pt x="87" y="-3"/>
                  <a:pt x="107" y="7"/>
                  <a:pt x="120" y="20"/>
                </a:cubicBezTo>
                <a:cubicBezTo>
                  <a:pt x="133" y="33"/>
                  <a:pt x="144" y="52"/>
                  <a:pt x="149" y="72"/>
                </a:cubicBezTo>
                <a:cubicBezTo>
                  <a:pt x="154" y="92"/>
                  <a:pt x="152" y="113"/>
                  <a:pt x="148" y="134"/>
                </a:cubicBezTo>
                <a:cubicBezTo>
                  <a:pt x="146" y="143"/>
                  <a:pt x="143" y="153"/>
                  <a:pt x="137" y="162"/>
                </a:cubicBezTo>
                <a:cubicBezTo>
                  <a:pt x="137" y="163"/>
                  <a:pt x="137" y="164"/>
                  <a:pt x="136" y="165"/>
                </a:cubicBezTo>
                <a:cubicBezTo>
                  <a:pt x="136" y="167"/>
                  <a:pt x="136" y="169"/>
                  <a:pt x="136" y="171"/>
                </a:cubicBezTo>
                <a:cubicBezTo>
                  <a:pt x="136" y="171"/>
                  <a:pt x="135" y="171"/>
                  <a:pt x="134" y="172"/>
                </a:cubicBezTo>
                <a:cubicBezTo>
                  <a:pt x="133" y="174"/>
                  <a:pt x="131" y="175"/>
                  <a:pt x="128" y="177"/>
                </a:cubicBezTo>
                <a:cubicBezTo>
                  <a:pt x="124" y="180"/>
                  <a:pt x="120" y="181"/>
                  <a:pt x="115" y="184"/>
                </a:cubicBezTo>
                <a:cubicBezTo>
                  <a:pt x="97" y="190"/>
                  <a:pt x="79" y="190"/>
                  <a:pt x="61" y="188"/>
                </a:cubicBezTo>
                <a:cubicBezTo>
                  <a:pt x="43" y="185"/>
                  <a:pt x="27" y="180"/>
                  <a:pt x="10" y="172"/>
                </a:cubicBezTo>
                <a:cubicBezTo>
                  <a:pt x="27" y="175"/>
                  <a:pt x="44" y="180"/>
                  <a:pt x="61" y="180"/>
                </a:cubicBezTo>
                <a:cubicBezTo>
                  <a:pt x="77" y="180"/>
                  <a:pt x="95" y="178"/>
                  <a:pt x="110" y="172"/>
                </a:cubicBezTo>
                <a:cubicBezTo>
                  <a:pt x="113" y="171"/>
                  <a:pt x="116" y="168"/>
                  <a:pt x="120" y="165"/>
                </a:cubicBezTo>
                <a:cubicBezTo>
                  <a:pt x="122" y="163"/>
                  <a:pt x="124" y="163"/>
                  <a:pt x="124" y="162"/>
                </a:cubicBezTo>
                <a:cubicBezTo>
                  <a:pt x="124" y="161"/>
                  <a:pt x="124" y="160"/>
                  <a:pt x="125" y="159"/>
                </a:cubicBezTo>
                <a:cubicBezTo>
                  <a:pt x="128" y="150"/>
                  <a:pt x="130" y="141"/>
                  <a:pt x="133" y="134"/>
                </a:cubicBezTo>
                <a:cubicBezTo>
                  <a:pt x="136" y="115"/>
                  <a:pt x="137" y="97"/>
                  <a:pt x="133" y="80"/>
                </a:cubicBezTo>
                <a:cubicBezTo>
                  <a:pt x="130" y="63"/>
                  <a:pt x="120" y="48"/>
                  <a:pt x="109" y="36"/>
                </a:cubicBezTo>
                <a:cubicBezTo>
                  <a:pt x="97" y="26"/>
                  <a:pt x="82" y="17"/>
                  <a:pt x="67" y="19"/>
                </a:cubicBezTo>
                <a:cubicBezTo>
                  <a:pt x="64" y="19"/>
                  <a:pt x="60" y="18"/>
                  <a:pt x="56" y="20"/>
                </a:cubicBezTo>
                <a:cubicBezTo>
                  <a:pt x="53" y="22"/>
                  <a:pt x="48" y="22"/>
                  <a:pt x="45" y="23"/>
                </a:cubicBezTo>
                <a:cubicBezTo>
                  <a:pt x="36" y="27"/>
                  <a:pt x="30" y="32"/>
                  <a:pt x="25" y="39"/>
                </a:cubicBezTo>
                <a:cubicBezTo>
                  <a:pt x="14" y="48"/>
                  <a:pt x="5" y="66"/>
                  <a:pt x="0" y="85"/>
                </a:cubicBezTo>
                <a:cubicBezTo>
                  <a:pt x="0" y="66"/>
                  <a:pt x="6" y="47"/>
                  <a:pt x="18" y="3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3040" rIns="90000" bIns="230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0" name="">
            <a:extLst xmlns:a="http://schemas.openxmlformats.org/drawingml/2006/main">
              <a:ext uri="{FF2B5EF4-FFF2-40B4-BE49-F238E27FC236}">
                <a16:creationId xmlns:a16="http://schemas.microsoft.com/office/drawing/2014/main" id="{92CD46E9-2545-43A4-B89C-CA47221784B1}"/>
              </a:ext>
            </a:extLst>
          </p:cNvPr>
          <p:cNvSpPr>
            <a:spLocks xmlns:a="http://schemas.openxmlformats.org/drawingml/2006/main" noGrp="1"/>
          </p:cNvSpPr>
          <p:nvPr/>
        </p:nvSpPr>
        <p:spPr>
          <a:xfrm xmlns:a="http://schemas.openxmlformats.org/drawingml/2006/main" rot="0" flipH="0" flipV="0">
            <a:off x="9243360" y="4930920"/>
            <a:ext cx="30600" cy="38160"/>
          </a:xfrm>
          <a:custGeom xmlns:a="http://schemas.openxmlformats.org/drawingml/2006/main">
            <a:rect l="0" t="0" r="r" b="b"/>
            <a:pathLst>
              <a:path w="85" h="106">
                <a:moveTo>
                  <a:pt x="85" y="53"/>
                </a:moveTo>
                <a:cubicBezTo>
                  <a:pt x="85" y="63"/>
                  <a:pt x="83" y="72"/>
                  <a:pt x="79" y="80"/>
                </a:cubicBezTo>
                <a:cubicBezTo>
                  <a:pt x="75" y="88"/>
                  <a:pt x="70" y="95"/>
                  <a:pt x="64" y="100"/>
                </a:cubicBezTo>
                <a:cubicBezTo>
                  <a:pt x="58" y="104"/>
                  <a:pt x="50" y="106"/>
                  <a:pt x="43" y="106"/>
                </a:cubicBezTo>
                <a:cubicBezTo>
                  <a:pt x="35" y="106"/>
                  <a:pt x="28" y="104"/>
                  <a:pt x="21" y="100"/>
                </a:cubicBezTo>
                <a:cubicBezTo>
                  <a:pt x="15" y="95"/>
                  <a:pt x="9" y="88"/>
                  <a:pt x="5" y="80"/>
                </a:cubicBezTo>
                <a:cubicBezTo>
                  <a:pt x="2" y="72"/>
                  <a:pt x="0" y="63"/>
                  <a:pt x="0" y="53"/>
                </a:cubicBezTo>
                <a:cubicBezTo>
                  <a:pt x="0" y="43"/>
                  <a:pt x="2" y="35"/>
                  <a:pt x="5" y="26"/>
                </a:cubicBezTo>
                <a:cubicBezTo>
                  <a:pt x="10" y="18"/>
                  <a:pt x="15" y="11"/>
                  <a:pt x="21" y="6"/>
                </a:cubicBezTo>
                <a:cubicBezTo>
                  <a:pt x="28" y="2"/>
                  <a:pt x="35" y="0"/>
                  <a:pt x="43" y="0"/>
                </a:cubicBezTo>
                <a:cubicBezTo>
                  <a:pt x="50" y="0"/>
                  <a:pt x="58" y="2"/>
                  <a:pt x="64" y="6"/>
                </a:cubicBezTo>
                <a:cubicBezTo>
                  <a:pt x="70" y="11"/>
                  <a:pt x="76" y="18"/>
                  <a:pt x="79" y="26"/>
                </a:cubicBezTo>
                <a:cubicBezTo>
                  <a:pt x="83" y="35"/>
                  <a:pt x="85" y="43"/>
                  <a:pt x="85" y="5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6840" rIns="90000" bIns="-6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1" name="">
            <a:extLst xmlns:a="http://schemas.openxmlformats.org/drawingml/2006/main">
              <a:ext uri="{FF2B5EF4-FFF2-40B4-BE49-F238E27FC236}">
                <a16:creationId xmlns:a16="http://schemas.microsoft.com/office/drawing/2014/main" id="{F0E4DE95-EF6C-4A18-A4A1-46FB6E1BC5AB}"/>
              </a:ext>
            </a:extLst>
          </p:cNvPr>
          <p:cNvSpPr>
            <a:spLocks xmlns:a="http://schemas.openxmlformats.org/drawingml/2006/main" noGrp="1"/>
          </p:cNvSpPr>
          <p:nvPr/>
        </p:nvSpPr>
        <p:spPr>
          <a:xfrm xmlns:a="http://schemas.openxmlformats.org/drawingml/2006/main" rot="0" flipH="0" flipV="0">
            <a:off x="9135360" y="4915800"/>
            <a:ext cx="52200" cy="63360"/>
          </a:xfrm>
          <a:custGeom xmlns:a="http://schemas.openxmlformats.org/drawingml/2006/main">
            <a:rect l="0" t="0" r="r" b="b"/>
            <a:pathLst>
              <a:path w="145" h="176">
                <a:moveTo>
                  <a:pt x="95" y="5"/>
                </a:moveTo>
                <a:cubicBezTo>
                  <a:pt x="46" y="-16"/>
                  <a:pt x="13" y="33"/>
                  <a:pt x="5" y="60"/>
                </a:cubicBezTo>
                <a:cubicBezTo>
                  <a:pt x="-8" y="100"/>
                  <a:pt x="8" y="145"/>
                  <a:pt x="13" y="154"/>
                </a:cubicBezTo>
                <a:cubicBezTo>
                  <a:pt x="17" y="162"/>
                  <a:pt x="52" y="193"/>
                  <a:pt x="133" y="163"/>
                </a:cubicBezTo>
                <a:cubicBezTo>
                  <a:pt x="131" y="163"/>
                  <a:pt x="151" y="119"/>
                  <a:pt x="143" y="76"/>
                </a:cubicBezTo>
                <a:cubicBezTo>
                  <a:pt x="127" y="53"/>
                  <a:pt x="138" y="21"/>
                  <a:pt x="95" y="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8360" rIns="90000" bIns="1836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2" name="">
            <a:extLst xmlns:a="http://schemas.openxmlformats.org/drawingml/2006/main">
              <a:ext uri="{FF2B5EF4-FFF2-40B4-BE49-F238E27FC236}">
                <a16:creationId xmlns:a16="http://schemas.microsoft.com/office/drawing/2014/main" id="{9E1DF53B-07DF-48B9-97BF-2DD0FDD207B8}"/>
              </a:ext>
            </a:extLst>
          </p:cNvPr>
          <p:cNvSpPr>
            <a:spLocks xmlns:a="http://schemas.openxmlformats.org/drawingml/2006/main" noGrp="1"/>
          </p:cNvSpPr>
          <p:nvPr/>
        </p:nvSpPr>
        <p:spPr>
          <a:xfrm xmlns:a="http://schemas.openxmlformats.org/drawingml/2006/main" rot="0" flipH="0" flipV="0">
            <a:off x="9131400" y="4913280"/>
            <a:ext cx="55440" cy="67320"/>
          </a:xfrm>
          <a:custGeom xmlns:a="http://schemas.openxmlformats.org/drawingml/2006/main">
            <a:rect l="0" t="0" r="r" b="b"/>
            <a:pathLst>
              <a:path w="154" h="187">
                <a:moveTo>
                  <a:pt x="129" y="35"/>
                </a:moveTo>
                <a:cubicBezTo>
                  <a:pt x="123" y="29"/>
                  <a:pt x="116" y="24"/>
                  <a:pt x="109" y="21"/>
                </a:cubicBezTo>
                <a:cubicBezTo>
                  <a:pt x="106" y="19"/>
                  <a:pt x="101" y="18"/>
                  <a:pt x="98" y="18"/>
                </a:cubicBezTo>
                <a:cubicBezTo>
                  <a:pt x="95" y="16"/>
                  <a:pt x="90" y="16"/>
                  <a:pt x="86" y="16"/>
                </a:cubicBezTo>
                <a:cubicBezTo>
                  <a:pt x="71" y="16"/>
                  <a:pt x="55" y="22"/>
                  <a:pt x="45" y="34"/>
                </a:cubicBezTo>
                <a:cubicBezTo>
                  <a:pt x="34" y="46"/>
                  <a:pt x="23" y="62"/>
                  <a:pt x="20" y="77"/>
                </a:cubicBezTo>
                <a:cubicBezTo>
                  <a:pt x="17" y="94"/>
                  <a:pt x="17" y="112"/>
                  <a:pt x="20" y="131"/>
                </a:cubicBezTo>
                <a:cubicBezTo>
                  <a:pt x="22" y="139"/>
                  <a:pt x="26" y="149"/>
                  <a:pt x="29" y="155"/>
                </a:cubicBezTo>
                <a:cubicBezTo>
                  <a:pt x="30" y="156"/>
                  <a:pt x="30" y="158"/>
                  <a:pt x="31" y="159"/>
                </a:cubicBezTo>
                <a:cubicBezTo>
                  <a:pt x="32" y="161"/>
                  <a:pt x="34" y="161"/>
                  <a:pt x="34" y="162"/>
                </a:cubicBezTo>
                <a:cubicBezTo>
                  <a:pt x="37" y="164"/>
                  <a:pt x="41" y="167"/>
                  <a:pt x="44" y="169"/>
                </a:cubicBezTo>
                <a:cubicBezTo>
                  <a:pt x="59" y="176"/>
                  <a:pt x="75" y="179"/>
                  <a:pt x="93" y="177"/>
                </a:cubicBezTo>
                <a:cubicBezTo>
                  <a:pt x="109" y="177"/>
                  <a:pt x="127" y="174"/>
                  <a:pt x="144" y="169"/>
                </a:cubicBezTo>
                <a:cubicBezTo>
                  <a:pt x="127" y="177"/>
                  <a:pt x="111" y="182"/>
                  <a:pt x="93" y="186"/>
                </a:cubicBezTo>
                <a:cubicBezTo>
                  <a:pt x="75" y="189"/>
                  <a:pt x="57" y="187"/>
                  <a:pt x="38" y="180"/>
                </a:cubicBezTo>
                <a:cubicBezTo>
                  <a:pt x="34" y="179"/>
                  <a:pt x="31" y="177"/>
                  <a:pt x="26" y="174"/>
                </a:cubicBezTo>
                <a:cubicBezTo>
                  <a:pt x="23" y="173"/>
                  <a:pt x="20" y="171"/>
                  <a:pt x="19" y="169"/>
                </a:cubicBezTo>
                <a:cubicBezTo>
                  <a:pt x="19" y="169"/>
                  <a:pt x="18" y="168"/>
                  <a:pt x="17" y="167"/>
                </a:cubicBezTo>
                <a:cubicBezTo>
                  <a:pt x="17" y="167"/>
                  <a:pt x="16" y="166"/>
                  <a:pt x="16" y="165"/>
                </a:cubicBezTo>
                <a:lnTo>
                  <a:pt x="16" y="164"/>
                </a:lnTo>
                <a:cubicBezTo>
                  <a:pt x="15" y="163"/>
                  <a:pt x="15" y="163"/>
                  <a:pt x="14" y="162"/>
                </a:cubicBezTo>
                <a:cubicBezTo>
                  <a:pt x="11" y="152"/>
                  <a:pt x="8" y="143"/>
                  <a:pt x="4" y="134"/>
                </a:cubicBezTo>
                <a:cubicBezTo>
                  <a:pt x="-1" y="114"/>
                  <a:pt x="-1" y="94"/>
                  <a:pt x="2" y="72"/>
                </a:cubicBezTo>
                <a:cubicBezTo>
                  <a:pt x="8" y="53"/>
                  <a:pt x="19" y="34"/>
                  <a:pt x="32" y="21"/>
                </a:cubicBezTo>
                <a:cubicBezTo>
                  <a:pt x="47" y="7"/>
                  <a:pt x="65" y="-3"/>
                  <a:pt x="84" y="1"/>
                </a:cubicBezTo>
                <a:cubicBezTo>
                  <a:pt x="90" y="1"/>
                  <a:pt x="95" y="3"/>
                  <a:pt x="99" y="4"/>
                </a:cubicBezTo>
                <a:cubicBezTo>
                  <a:pt x="104" y="6"/>
                  <a:pt x="108" y="7"/>
                  <a:pt x="113" y="10"/>
                </a:cubicBezTo>
                <a:cubicBezTo>
                  <a:pt x="120" y="16"/>
                  <a:pt x="127" y="22"/>
                  <a:pt x="134" y="31"/>
                </a:cubicBezTo>
                <a:cubicBezTo>
                  <a:pt x="145" y="44"/>
                  <a:pt x="151" y="64"/>
                  <a:pt x="154" y="84"/>
                </a:cubicBezTo>
                <a:cubicBezTo>
                  <a:pt x="148" y="66"/>
                  <a:pt x="142" y="47"/>
                  <a:pt x="129" y="35"/>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2320" rIns="90000" bIns="223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3" name="">
            <a:extLst xmlns:a="http://schemas.openxmlformats.org/drawingml/2006/main">
              <a:ext uri="{FF2B5EF4-FFF2-40B4-BE49-F238E27FC236}">
                <a16:creationId xmlns:a16="http://schemas.microsoft.com/office/drawing/2014/main" id="{4A2A488A-5BCE-41AF-93D2-AEB0E4C63B0E}"/>
              </a:ext>
            </a:extLst>
          </p:cNvPr>
          <p:cNvSpPr>
            <a:spLocks xmlns:a="http://schemas.openxmlformats.org/drawingml/2006/main" noGrp="1"/>
          </p:cNvSpPr>
          <p:nvPr/>
        </p:nvSpPr>
        <p:spPr>
          <a:xfrm xmlns:a="http://schemas.openxmlformats.org/drawingml/2006/main" rot="0" flipH="0" flipV="0">
            <a:off x="9148320" y="4930920"/>
            <a:ext cx="30600" cy="38160"/>
          </a:xfrm>
          <a:custGeom xmlns:a="http://schemas.openxmlformats.org/drawingml/2006/main">
            <a:rect l="0" t="0" r="r" b="b"/>
            <a:pathLst>
              <a:path w="85" h="106">
                <a:moveTo>
                  <a:pt x="85" y="53"/>
                </a:moveTo>
                <a:cubicBezTo>
                  <a:pt x="85" y="63"/>
                  <a:pt x="84" y="72"/>
                  <a:pt x="80" y="80"/>
                </a:cubicBezTo>
                <a:cubicBezTo>
                  <a:pt x="76" y="88"/>
                  <a:pt x="70" y="95"/>
                  <a:pt x="64" y="100"/>
                </a:cubicBezTo>
                <a:cubicBezTo>
                  <a:pt x="58" y="104"/>
                  <a:pt x="50" y="106"/>
                  <a:pt x="43" y="106"/>
                </a:cubicBezTo>
                <a:cubicBezTo>
                  <a:pt x="35" y="106"/>
                  <a:pt x="28" y="104"/>
                  <a:pt x="21" y="100"/>
                </a:cubicBezTo>
                <a:cubicBezTo>
                  <a:pt x="15" y="95"/>
                  <a:pt x="9" y="88"/>
                  <a:pt x="5" y="80"/>
                </a:cubicBezTo>
                <a:cubicBezTo>
                  <a:pt x="2" y="72"/>
                  <a:pt x="0" y="63"/>
                  <a:pt x="0" y="53"/>
                </a:cubicBezTo>
                <a:cubicBezTo>
                  <a:pt x="0" y="43"/>
                  <a:pt x="2" y="35"/>
                  <a:pt x="5" y="26"/>
                </a:cubicBezTo>
                <a:cubicBezTo>
                  <a:pt x="10" y="18"/>
                  <a:pt x="15" y="11"/>
                  <a:pt x="21" y="6"/>
                </a:cubicBezTo>
                <a:cubicBezTo>
                  <a:pt x="28" y="2"/>
                  <a:pt x="35" y="0"/>
                  <a:pt x="43" y="0"/>
                </a:cubicBezTo>
                <a:cubicBezTo>
                  <a:pt x="50" y="0"/>
                  <a:pt x="58" y="2"/>
                  <a:pt x="64" y="6"/>
                </a:cubicBezTo>
                <a:cubicBezTo>
                  <a:pt x="70" y="11"/>
                  <a:pt x="76" y="18"/>
                  <a:pt x="80" y="26"/>
                </a:cubicBezTo>
                <a:cubicBezTo>
                  <a:pt x="83" y="35"/>
                  <a:pt x="85" y="43"/>
                  <a:pt x="85" y="53"/>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6840" rIns="90000" bIns="-684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4" name="">
            <a:extLst xmlns:a="http://schemas.openxmlformats.org/drawingml/2006/main">
              <a:ext uri="{FF2B5EF4-FFF2-40B4-BE49-F238E27FC236}">
                <a16:creationId xmlns:a16="http://schemas.microsoft.com/office/drawing/2014/main" id="{98B1B151-2F02-41E7-94EB-3E5B22B5AA45}"/>
              </a:ext>
            </a:extLst>
          </p:cNvPr>
          <p:cNvSpPr>
            <a:spLocks xmlns:a="http://schemas.openxmlformats.org/drawingml/2006/main" noGrp="1"/>
          </p:cNvSpPr>
          <p:nvPr/>
        </p:nvSpPr>
        <p:spPr>
          <a:xfrm xmlns:a="http://schemas.openxmlformats.org/drawingml/2006/main" rot="0" flipH="0" flipV="0">
            <a:off x="9195480" y="4998600"/>
            <a:ext cx="31320" cy="26280"/>
          </a:xfrm>
          <a:custGeom xmlns:a="http://schemas.openxmlformats.org/drawingml/2006/main">
            <a:rect l="0" t="0" r="r" b="b"/>
            <a:pathLst>
              <a:path w="87" h="73">
                <a:moveTo>
                  <a:pt x="0" y="0"/>
                </a:moveTo>
                <a:cubicBezTo>
                  <a:pt x="29" y="0"/>
                  <a:pt x="58" y="0"/>
                  <a:pt x="87" y="0"/>
                </a:cubicBezTo>
                <a:cubicBezTo>
                  <a:pt x="87" y="24"/>
                  <a:pt x="87" y="48"/>
                  <a:pt x="87" y="73"/>
                </a:cubicBezTo>
                <a:cubicBezTo>
                  <a:pt x="58" y="73"/>
                  <a:pt x="29" y="73"/>
                  <a:pt x="0" y="73"/>
                </a:cubicBezTo>
                <a:cubicBezTo>
                  <a:pt x="0" y="48"/>
                  <a:pt x="0" y="24"/>
                  <a:pt x="0"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18720" rIns="90000" bIns="-187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5" name="">
            <a:extLst xmlns:a="http://schemas.openxmlformats.org/drawingml/2006/main">
              <a:ext uri="{FF2B5EF4-FFF2-40B4-BE49-F238E27FC236}">
                <a16:creationId xmlns:a16="http://schemas.microsoft.com/office/drawing/2014/main" id="{4026C2EF-812B-46A7-B19C-0C7F1BF0AB9F}"/>
              </a:ext>
            </a:extLst>
          </p:cNvPr>
          <p:cNvSpPr>
            <a:spLocks xmlns:a="http://schemas.openxmlformats.org/drawingml/2006/main" noGrp="1"/>
          </p:cNvSpPr>
          <p:nvPr/>
        </p:nvSpPr>
        <p:spPr>
          <a:xfrm xmlns:a="http://schemas.openxmlformats.org/drawingml/2006/main" rot="0" flipH="0" flipV="0">
            <a:off x="9151560" y="4976640"/>
            <a:ext cx="118080" cy="42480"/>
          </a:xfrm>
          <a:custGeom xmlns:a="http://schemas.openxmlformats.org/drawingml/2006/main">
            <a:rect l="0" t="0" r="r" b="b"/>
            <a:pathLst>
              <a:path w="328" h="118">
                <a:moveTo>
                  <a:pt x="248" y="102"/>
                </a:moveTo>
                <a:cubicBezTo>
                  <a:pt x="231" y="100"/>
                  <a:pt x="215" y="96"/>
                  <a:pt x="201" y="88"/>
                </a:cubicBezTo>
                <a:cubicBezTo>
                  <a:pt x="188" y="80"/>
                  <a:pt x="179" y="68"/>
                  <a:pt x="177" y="56"/>
                </a:cubicBezTo>
                <a:cubicBezTo>
                  <a:pt x="173" y="38"/>
                  <a:pt x="170" y="19"/>
                  <a:pt x="166" y="0"/>
                </a:cubicBezTo>
                <a:cubicBezTo>
                  <a:pt x="162" y="19"/>
                  <a:pt x="158" y="38"/>
                  <a:pt x="155" y="56"/>
                </a:cubicBezTo>
                <a:cubicBezTo>
                  <a:pt x="151" y="69"/>
                  <a:pt x="143" y="80"/>
                  <a:pt x="130" y="88"/>
                </a:cubicBezTo>
                <a:cubicBezTo>
                  <a:pt x="117" y="96"/>
                  <a:pt x="100" y="102"/>
                  <a:pt x="84" y="102"/>
                </a:cubicBezTo>
                <a:cubicBezTo>
                  <a:pt x="66" y="102"/>
                  <a:pt x="49" y="100"/>
                  <a:pt x="35" y="91"/>
                </a:cubicBezTo>
                <a:cubicBezTo>
                  <a:pt x="20" y="84"/>
                  <a:pt x="6" y="73"/>
                  <a:pt x="0" y="58"/>
                </a:cubicBezTo>
                <a:cubicBezTo>
                  <a:pt x="2" y="75"/>
                  <a:pt x="12" y="90"/>
                  <a:pt x="27" y="100"/>
                </a:cubicBezTo>
                <a:cubicBezTo>
                  <a:pt x="42" y="109"/>
                  <a:pt x="63" y="116"/>
                  <a:pt x="82" y="118"/>
                </a:cubicBezTo>
                <a:cubicBezTo>
                  <a:pt x="103" y="119"/>
                  <a:pt x="124" y="115"/>
                  <a:pt x="142" y="105"/>
                </a:cubicBezTo>
                <a:cubicBezTo>
                  <a:pt x="151" y="100"/>
                  <a:pt x="158" y="93"/>
                  <a:pt x="164" y="84"/>
                </a:cubicBezTo>
                <a:cubicBezTo>
                  <a:pt x="171" y="93"/>
                  <a:pt x="179" y="100"/>
                  <a:pt x="188" y="105"/>
                </a:cubicBezTo>
                <a:cubicBezTo>
                  <a:pt x="206" y="115"/>
                  <a:pt x="227" y="119"/>
                  <a:pt x="246" y="118"/>
                </a:cubicBezTo>
                <a:cubicBezTo>
                  <a:pt x="265" y="118"/>
                  <a:pt x="287" y="111"/>
                  <a:pt x="302" y="100"/>
                </a:cubicBezTo>
                <a:cubicBezTo>
                  <a:pt x="317" y="90"/>
                  <a:pt x="328" y="73"/>
                  <a:pt x="328" y="58"/>
                </a:cubicBezTo>
                <a:cubicBezTo>
                  <a:pt x="325" y="71"/>
                  <a:pt x="312" y="83"/>
                  <a:pt x="297" y="91"/>
                </a:cubicBezTo>
                <a:cubicBezTo>
                  <a:pt x="282" y="97"/>
                  <a:pt x="264" y="102"/>
                  <a:pt x="248" y="102"/>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520" rIns="90000" bIns="-252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
        <p:nvSpPr>
          <p:cNvPr id="316" name="">
            <a:extLst xmlns:a="http://schemas.openxmlformats.org/drawingml/2006/main">
              <a:ext uri="{FF2B5EF4-FFF2-40B4-BE49-F238E27FC236}">
                <a16:creationId xmlns:a16="http://schemas.microsoft.com/office/drawing/2014/main" id="{7FE8250B-49F7-4EFE-9ACC-A4C590D98E5D}"/>
              </a:ext>
            </a:extLst>
          </p:cNvPr>
          <p:cNvSpPr>
            <a:spLocks xmlns:a="http://schemas.openxmlformats.org/drawingml/2006/main" noGrp="1"/>
          </p:cNvSpPr>
          <p:nvPr/>
        </p:nvSpPr>
        <p:spPr>
          <a:xfrm xmlns:a="http://schemas.openxmlformats.org/drawingml/2006/main" rot="0" flipH="0" flipV="0">
            <a:off x="9188280" y="4968720"/>
            <a:ext cx="45000" cy="21600"/>
          </a:xfrm>
          <a:custGeom xmlns:a="http://schemas.openxmlformats.org/drawingml/2006/main">
            <a:rect l="0" t="0" r="r" b="b"/>
            <a:pathLst>
              <a:path w="125" h="60">
                <a:moveTo>
                  <a:pt x="62" y="0"/>
                </a:moveTo>
                <a:cubicBezTo>
                  <a:pt x="51" y="0"/>
                  <a:pt x="16" y="0"/>
                  <a:pt x="4" y="10"/>
                </a:cubicBezTo>
                <a:cubicBezTo>
                  <a:pt x="-5" y="16"/>
                  <a:pt x="2" y="32"/>
                  <a:pt x="23" y="48"/>
                </a:cubicBezTo>
                <a:cubicBezTo>
                  <a:pt x="38" y="58"/>
                  <a:pt x="51" y="60"/>
                  <a:pt x="61" y="60"/>
                </a:cubicBezTo>
                <a:cubicBezTo>
                  <a:pt x="72" y="60"/>
                  <a:pt x="86" y="56"/>
                  <a:pt x="99" y="48"/>
                </a:cubicBezTo>
                <a:cubicBezTo>
                  <a:pt x="125" y="32"/>
                  <a:pt x="129" y="16"/>
                  <a:pt x="121" y="10"/>
                </a:cubicBezTo>
                <a:cubicBezTo>
                  <a:pt x="110" y="0"/>
                  <a:pt x="74" y="0"/>
                  <a:pt x="62" y="0"/>
                </a:cubicBezTo>
                <a:close/>
              </a:path>
            </a:pathLst>
          </a:custGeom>
          <a:solidFill xmlns:a="http://schemas.openxmlformats.org/drawingml/2006/main">
            <a:srgbClr val="74B531"/>
          </a:solidFill>
          <a:ln xmlns:a="http://schemas.openxmlformats.org/drawingml/2006/main" w="0">
            <a:noFill/>
          </a:ln>
        </p:spPr>
        <p:txBody>
          <a:bodyPr xmlns:a="http://schemas.openxmlformats.org/drawingml/2006/main" lIns="90000" tIns="-23400" rIns="90000" bIns="-23400" anchor="ctr">
            <a:noAutofit/>
          </a:bodyPr>
          <a:lstStyle xmlns:a="http://schemas.openxmlformats.org/drawingml/2006/main"/>
          <a:p xmlns:a="http://schemas.openxmlformats.org/drawingml/2006/main">
            <a:pPr>
              <a:buNone/>
            </a:pPr>
            <a:endParaRPr sz="1800" b="0" u="none" strike="noStrik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105b05dc3e4e70" /><Relationship Type="http://schemas.openxmlformats.org/officeDocument/2006/relationships/slideLayout" Target="/ppt/slideLayouts/slideLayout1.xml" Id="Rb45df20fdc6748ff" /><Relationship Type="http://schemas.openxmlformats.org/officeDocument/2006/relationships/slideLayout" Target="/ppt/slideLayouts/slideLayout2.xml" Id="Rdb6f0dd5cd4043cf" /><Relationship Type="http://schemas.openxmlformats.org/officeDocument/2006/relationships/slideLayout" Target="/ppt/slideLayouts/slideLayout3.xml" Id="Rb0adda6fba0341e2" /><Relationship Type="http://schemas.openxmlformats.org/officeDocument/2006/relationships/slideLayout" Target="/ppt/slideLayouts/slideLayout4.xml" Id="R78017347d04f4a02" /><Relationship Type="http://schemas.openxmlformats.org/officeDocument/2006/relationships/slideLayout" Target="/ppt/slideLayouts/slideLayout5.xml" Id="R83693708faeb4c8f"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5df20fdc6748ff"/>
    <p:sldLayoutId xmlns:r="http://schemas.openxmlformats.org/officeDocument/2006/relationships" id="2147483650" r:id="Rdb6f0dd5cd4043cf"/>
    <p:sldLayoutId xmlns:r="http://schemas.openxmlformats.org/officeDocument/2006/relationships" id="2147483651" r:id="Rb0adda6fba0341e2"/>
    <p:sldLayoutId xmlns:r="http://schemas.openxmlformats.org/officeDocument/2006/relationships" id="2147483652" r:id="R78017347d04f4a02"/>
    <p:sldLayoutId xmlns:r="http://schemas.openxmlformats.org/officeDocument/2006/relationships" id="2147483653" r:id="R83693708faeb4c8f"/>
  </p:sldLayoutIdLst>
</p:sldMaster>
</file>

<file path=ppt/slideMasters/theme/theme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LibreOffice">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93de6a7d42974893" /><Relationship Type="http://schemas.openxmlformats.org/officeDocument/2006/relationships/notesSlide" Target="/ppt/notesSlides/notesSlide1.xml" Id="R71154cc875f04f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b990a48dc4f4267" /><Relationship Type="http://schemas.openxmlformats.org/officeDocument/2006/relationships/notesSlide" Target="/ppt/notesSlides/notesSlide2.xml" Id="R7022adebb26240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17e0fa7ed644d05" /><Relationship Type="http://schemas.openxmlformats.org/officeDocument/2006/relationships/notesSlide" Target="/ppt/notesSlides/notesSlide3.xml" Id="Ra76ed9c2ca6744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33c4f6accbfd4f2a" /><Relationship Type="http://schemas.openxmlformats.org/officeDocument/2006/relationships/hyperlink" Target="https://forms.gle/W1oJWGK1bXnx63fMA" TargetMode="External" Id="R5ebcfb53894748ae" /><Relationship Type="http://schemas.openxmlformats.org/officeDocument/2006/relationships/notesSlide" Target="/ppt/notesSlides/notesSlide4.xml" Id="R7f53a381122042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c84adcdcd3b4480" /><Relationship Type="http://schemas.openxmlformats.org/officeDocument/2006/relationships/notesSlide" Target="/ppt/notesSlides/notesSlide5.xml" Id="Ra83edb6ce09d49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28a2551624be4a46" /><Relationship Type="http://schemas.openxmlformats.org/officeDocument/2006/relationships/hyperlink" Target="https://forms.gle/W1oJWGK1bXnx63fMA" TargetMode="External" Id="Rfef9f6672a834e07" /><Relationship Type="http://schemas.openxmlformats.org/officeDocument/2006/relationships/notesSlide" Target="/ppt/notesSlides/notesSlide6.xml" Id="Racec85907aa14b5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 name="Course">
            <a:extLst xmlns:a="http://schemas.openxmlformats.org/drawingml/2006/main">
              <a:ext uri="{FF2B5EF4-FFF2-40B4-BE49-F238E27FC236}">
                <a16:creationId xmlns:a16="http://schemas.microsoft.com/office/drawing/2014/main" id="{5F80DB3A-CF05-4725-96D0-BB9E802FD503}"/>
              </a:ext>
            </a:extLst>
          </p:cNvPr>
          <p:cNvSpPr>
            <a:spLocks xmlns:a="http://schemas.openxmlformats.org/drawingml/2006/main" noGrp="1"/>
          </p:cNvSpPr>
          <p:nvPr/>
        </p:nvSpPr>
        <p:spPr>
          <a:xfrm xmlns:a="http://schemas.openxmlformats.org/drawingml/2006/main">
            <a:off x="533400" y="333375"/>
            <a:ext cx="895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54F18"/>
                </a:solidFill>
                <a:latin typeface="Liberation Sans"/>
                <a:ea typeface="Liberation Sans"/>
                <a:cs typeface="Liberation Sans"/>
              </a:defRPr>
            </a:defPPr>
            <a:lvl1pPr algn="l">
              <a:defRPr sz="1725" b="1">
                <a:solidFill>
                  <a:srgbClr val="254F18"/>
                </a:solidFill>
                <a:latin typeface="Liberation Sans"/>
                <a:ea typeface="Liberation Sans"/>
                <a:cs typeface="Liberation Sans"/>
              </a:defRPr>
            </a:lvl1pPr>
            <a:lvl2pPr algn="l">
              <a:defRPr sz="1725" b="1">
                <a:solidFill>
                  <a:srgbClr val="254F18"/>
                </a:solidFill>
                <a:latin typeface="Liberation Sans"/>
                <a:ea typeface="Liberation Sans"/>
                <a:cs typeface="Liberation Sans"/>
              </a:defRPr>
            </a:lvl2pPr>
            <a:lvl3pPr algn="l">
              <a:defRPr sz="1725" b="1">
                <a:solidFill>
                  <a:srgbClr val="254F18"/>
                </a:solidFill>
                <a:latin typeface="Liberation Sans"/>
                <a:ea typeface="Liberation Sans"/>
                <a:cs typeface="Liberation Sans"/>
              </a:defRPr>
            </a:lvl3pPr>
            <a:lvl4pPr algn="l">
              <a:defRPr sz="1725" b="1">
                <a:solidFill>
                  <a:srgbClr val="254F18"/>
                </a:solidFill>
                <a:latin typeface="Liberation Sans"/>
                <a:ea typeface="Liberation Sans"/>
                <a:cs typeface="Liberation Sans"/>
              </a:defRPr>
            </a:lvl4pPr>
            <a:lvl5pPr algn="l">
              <a:defRPr sz="1725" b="1">
                <a:solidFill>
                  <a:srgbClr val="254F18"/>
                </a:solidFill>
                <a:latin typeface="Liberation Sans"/>
                <a:ea typeface="Liberation Sans"/>
                <a:cs typeface="Liberation Sans"/>
              </a:defRPr>
            </a:lvl5pPr>
            <a:lvl6pPr algn="l">
              <a:defRPr sz="1725" b="1">
                <a:solidFill>
                  <a:srgbClr val="254F18"/>
                </a:solidFill>
                <a:latin typeface="Liberation Sans"/>
                <a:ea typeface="Liberation Sans"/>
                <a:cs typeface="Liberation Sans"/>
              </a:defRPr>
            </a:lvl6pPr>
            <a:lvl7pPr algn="l">
              <a:defRPr sz="1725" b="1">
                <a:solidFill>
                  <a:srgbClr val="254F18"/>
                </a:solidFill>
                <a:latin typeface="Liberation Sans"/>
                <a:ea typeface="Liberation Sans"/>
                <a:cs typeface="Liberation Sans"/>
              </a:defRPr>
            </a:lvl7pPr>
            <a:lvl8pPr algn="l">
              <a:defRPr sz="1725" b="1">
                <a:solidFill>
                  <a:srgbClr val="254F18"/>
                </a:solidFill>
                <a:latin typeface="Liberation Sans"/>
                <a:ea typeface="Liberation Sans"/>
                <a:cs typeface="Liberation Sans"/>
              </a:defRPr>
            </a:lvl8pPr>
            <a:lvl9pPr algn="l">
              <a:defRPr sz="1725" b="1">
                <a:solidFill>
                  <a:srgbClr val="254F18"/>
                </a:solidFill>
                <a:latin typeface="Liberation Sans"/>
                <a:ea typeface="Liberation Sans"/>
                <a:cs typeface="Liberation Sans"/>
              </a:defRPr>
            </a:lvl9pPr>
          </a:lstStyle>
          <a:p xmlns:a="http://schemas.openxmlformats.org/drawingml/2006/main">
            <a:pPr algn="l">
              <a:defRPr sz="1725" b="1">
                <a:solidFill>
                  <a:srgbClr val="254F18"/>
                </a:solidFill>
                <a:latin typeface="Liberation Sans"/>
                <a:ea typeface="Liberation Sans"/>
                <a:cs typeface="Liberation Sans"/>
              </a:defRPr>
            </a:pPr>
            <a:r>
              <a:rPr sz="1725" b="1">
                <a:solidFill>
                  <a:srgbClr val="254F18"/>
                </a:solidFill>
                <a:latin typeface="Liberation Sans"/>
                <a:ea typeface="Liberation Sans"/>
                <a:cs typeface="Liberation Sans"/>
              </a:rPr>
              <a:t>MAKERERE UNIVERSITY   IST2106</a:t>
            </a:r>
          </a:p>
        </p:txBody>
      </p:sp>
      <p:sp>
        <p:nvSpPr>
          <p:cNvPr id="2" name="Title">
            <a:extLst xmlns:a="http://schemas.openxmlformats.org/drawingml/2006/main">
              <a:ext uri="{FF2B5EF4-FFF2-40B4-BE49-F238E27FC236}">
                <a16:creationId xmlns:a16="http://schemas.microsoft.com/office/drawing/2014/main" id="{7051AF44-E86A-4E76-9A21-6B7AD1361CCB}"/>
              </a:ext>
            </a:extLst>
          </p:cNvPr>
          <p:cNvSpPr>
            <a:spLocks xmlns:a="http://schemas.openxmlformats.org/drawingml/2006/main" noGrp="1"/>
          </p:cNvSpPr>
          <p:nvPr/>
        </p:nvSpPr>
        <p:spPr>
          <a:xfrm xmlns:a="http://schemas.openxmlformats.org/drawingml/2006/main">
            <a:off x="533400" y="828675"/>
            <a:ext cx="895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254F18"/>
                </a:solidFill>
                <a:latin typeface="Liberation Sans"/>
                <a:ea typeface="Liberation Sans"/>
                <a:cs typeface="Liberation Sans"/>
              </a:defRPr>
            </a:defPPr>
            <a:lvl1pPr algn="l">
              <a:defRPr sz="4350" b="1">
                <a:solidFill>
                  <a:srgbClr val="254F18"/>
                </a:solidFill>
                <a:latin typeface="Liberation Sans"/>
                <a:ea typeface="Liberation Sans"/>
                <a:cs typeface="Liberation Sans"/>
              </a:defRPr>
            </a:lvl1pPr>
            <a:lvl2pPr algn="l">
              <a:defRPr sz="4350" b="1">
                <a:solidFill>
                  <a:srgbClr val="254F18"/>
                </a:solidFill>
                <a:latin typeface="Liberation Sans"/>
                <a:ea typeface="Liberation Sans"/>
                <a:cs typeface="Liberation Sans"/>
              </a:defRPr>
            </a:lvl2pPr>
            <a:lvl3pPr algn="l">
              <a:defRPr sz="4350" b="1">
                <a:solidFill>
                  <a:srgbClr val="254F18"/>
                </a:solidFill>
                <a:latin typeface="Liberation Sans"/>
                <a:ea typeface="Liberation Sans"/>
                <a:cs typeface="Liberation Sans"/>
              </a:defRPr>
            </a:lvl3pPr>
            <a:lvl4pPr algn="l">
              <a:defRPr sz="4350" b="1">
                <a:solidFill>
                  <a:srgbClr val="254F18"/>
                </a:solidFill>
                <a:latin typeface="Liberation Sans"/>
                <a:ea typeface="Liberation Sans"/>
                <a:cs typeface="Liberation Sans"/>
              </a:defRPr>
            </a:lvl4pPr>
            <a:lvl5pPr algn="l">
              <a:defRPr sz="4350" b="1">
                <a:solidFill>
                  <a:srgbClr val="254F18"/>
                </a:solidFill>
                <a:latin typeface="Liberation Sans"/>
                <a:ea typeface="Liberation Sans"/>
                <a:cs typeface="Liberation Sans"/>
              </a:defRPr>
            </a:lvl5pPr>
            <a:lvl6pPr algn="l">
              <a:defRPr sz="4350" b="1">
                <a:solidFill>
                  <a:srgbClr val="254F18"/>
                </a:solidFill>
                <a:latin typeface="Liberation Sans"/>
                <a:ea typeface="Liberation Sans"/>
                <a:cs typeface="Liberation Sans"/>
              </a:defRPr>
            </a:lvl6pPr>
            <a:lvl7pPr algn="l">
              <a:defRPr sz="4350" b="1">
                <a:solidFill>
                  <a:srgbClr val="254F18"/>
                </a:solidFill>
                <a:latin typeface="Liberation Sans"/>
                <a:ea typeface="Liberation Sans"/>
                <a:cs typeface="Liberation Sans"/>
              </a:defRPr>
            </a:lvl7pPr>
            <a:lvl8pPr algn="l">
              <a:defRPr sz="4350" b="1">
                <a:solidFill>
                  <a:srgbClr val="254F18"/>
                </a:solidFill>
                <a:latin typeface="Liberation Sans"/>
                <a:ea typeface="Liberation Sans"/>
                <a:cs typeface="Liberation Sans"/>
              </a:defRPr>
            </a:lvl8pPr>
            <a:lvl9pPr algn="l">
              <a:defRPr sz="4350" b="1">
                <a:solidFill>
                  <a:srgbClr val="254F18"/>
                </a:solidFill>
                <a:latin typeface="Liberation Sans"/>
                <a:ea typeface="Liberation Sans"/>
                <a:cs typeface="Liberation Sans"/>
              </a:defRPr>
            </a:lvl9pPr>
          </a:lstStyle>
          <a:p xmlns:a="http://schemas.openxmlformats.org/drawingml/2006/main">
            <a:pPr algn="l">
              <a:defRPr sz="4350" b="1">
                <a:solidFill>
                  <a:srgbClr val="254F18"/>
                </a:solidFill>
                <a:latin typeface="Liberation Sans"/>
                <a:ea typeface="Liberation Sans"/>
                <a:cs typeface="Liberation Sans"/>
              </a:defRPr>
            </a:pPr>
            <a:r>
              <a:rPr sz="4350" b="1">
                <a:solidFill>
                  <a:srgbClr val="254F18"/>
                </a:solidFill>
                <a:latin typeface="Liberation Sans"/>
                <a:ea typeface="Liberation Sans"/>
                <a:cs typeface="Liberation Sans"/>
              </a:rPr>
              <a:t>JengaConnect</a:t>
            </a:r>
          </a:p>
        </p:txBody>
      </p:sp>
      <p:sp>
        <p:nvSpPr>
          <p:cNvPr id="3" name="Subtitle">
            <a:extLst xmlns:a="http://schemas.openxmlformats.org/drawingml/2006/main">
              <a:ext uri="{FF2B5EF4-FFF2-40B4-BE49-F238E27FC236}">
                <a16:creationId xmlns:a16="http://schemas.microsoft.com/office/drawing/2014/main" id="{D7D24B9A-29AD-482C-8302-A48757EF752A}"/>
              </a:ext>
            </a:extLst>
          </p:cNvPr>
          <p:cNvSpPr>
            <a:spLocks xmlns:a="http://schemas.openxmlformats.org/drawingml/2006/main" noGrp="1"/>
          </p:cNvSpPr>
          <p:nvPr/>
        </p:nvSpPr>
        <p:spPr>
          <a:xfrm xmlns:a="http://schemas.openxmlformats.org/drawingml/2006/main">
            <a:off x="533400" y="1485900"/>
            <a:ext cx="885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B16"/>
                </a:solidFill>
                <a:latin typeface="Liberation Sans"/>
                <a:ea typeface="Liberation Sans"/>
                <a:cs typeface="Liberation Sans"/>
              </a:defRPr>
            </a:defPPr>
            <a:lvl1pPr algn="l">
              <a:defRPr sz="2250" b="0">
                <a:solidFill>
                  <a:srgbClr val="172B16"/>
                </a:solidFill>
                <a:latin typeface="Liberation Sans"/>
                <a:ea typeface="Liberation Sans"/>
                <a:cs typeface="Liberation Sans"/>
              </a:defRPr>
            </a:lvl1pPr>
            <a:lvl2pPr algn="l">
              <a:defRPr sz="2250" b="0">
                <a:solidFill>
                  <a:srgbClr val="172B16"/>
                </a:solidFill>
                <a:latin typeface="Liberation Sans"/>
                <a:ea typeface="Liberation Sans"/>
                <a:cs typeface="Liberation Sans"/>
              </a:defRPr>
            </a:lvl2pPr>
            <a:lvl3pPr algn="l">
              <a:defRPr sz="2250" b="0">
                <a:solidFill>
                  <a:srgbClr val="172B16"/>
                </a:solidFill>
                <a:latin typeface="Liberation Sans"/>
                <a:ea typeface="Liberation Sans"/>
                <a:cs typeface="Liberation Sans"/>
              </a:defRPr>
            </a:lvl3pPr>
            <a:lvl4pPr algn="l">
              <a:defRPr sz="2250" b="0">
                <a:solidFill>
                  <a:srgbClr val="172B16"/>
                </a:solidFill>
                <a:latin typeface="Liberation Sans"/>
                <a:ea typeface="Liberation Sans"/>
                <a:cs typeface="Liberation Sans"/>
              </a:defRPr>
            </a:lvl4pPr>
            <a:lvl5pPr algn="l">
              <a:defRPr sz="2250" b="0">
                <a:solidFill>
                  <a:srgbClr val="172B16"/>
                </a:solidFill>
                <a:latin typeface="Liberation Sans"/>
                <a:ea typeface="Liberation Sans"/>
                <a:cs typeface="Liberation Sans"/>
              </a:defRPr>
            </a:lvl5pPr>
            <a:lvl6pPr algn="l">
              <a:defRPr sz="2250" b="0">
                <a:solidFill>
                  <a:srgbClr val="172B16"/>
                </a:solidFill>
                <a:latin typeface="Liberation Sans"/>
                <a:ea typeface="Liberation Sans"/>
                <a:cs typeface="Liberation Sans"/>
              </a:defRPr>
            </a:lvl6pPr>
            <a:lvl7pPr algn="l">
              <a:defRPr sz="2250" b="0">
                <a:solidFill>
                  <a:srgbClr val="172B16"/>
                </a:solidFill>
                <a:latin typeface="Liberation Sans"/>
                <a:ea typeface="Liberation Sans"/>
                <a:cs typeface="Liberation Sans"/>
              </a:defRPr>
            </a:lvl7pPr>
            <a:lvl8pPr algn="l">
              <a:defRPr sz="2250" b="0">
                <a:solidFill>
                  <a:srgbClr val="172B16"/>
                </a:solidFill>
                <a:latin typeface="Liberation Sans"/>
                <a:ea typeface="Liberation Sans"/>
                <a:cs typeface="Liberation Sans"/>
              </a:defRPr>
            </a:lvl8pPr>
            <a:lvl9pPr algn="l">
              <a:defRPr sz="2250" b="0">
                <a:solidFill>
                  <a:srgbClr val="172B16"/>
                </a:solidFill>
                <a:latin typeface="Liberation Sans"/>
                <a:ea typeface="Liberation Sans"/>
                <a:cs typeface="Liberation Sans"/>
              </a:defRPr>
            </a:lvl9pPr>
          </a:lstStyle>
          <a:p xmlns:a="http://schemas.openxmlformats.org/drawingml/2006/main">
            <a:pPr algn="l">
              <a:defRPr sz="2250" b="0">
                <a:solidFill>
                  <a:srgbClr val="172B16"/>
                </a:solidFill>
                <a:latin typeface="Liberation Sans"/>
                <a:ea typeface="Liberation Sans"/>
                <a:cs typeface="Liberation Sans"/>
              </a:defRPr>
            </a:pPr>
            <a:r>
              <a:rPr sz="2250" b="0">
                <a:solidFill>
                  <a:srgbClr val="172B16"/>
                </a:solidFill>
                <a:latin typeface="Liberation Sans"/>
                <a:ea typeface="Liberation Sans"/>
                <a:cs typeface="Liberation Sans"/>
              </a:rPr>
              <a:t>Opportunity discovery and customer research</a:t>
            </a:r>
          </a:p>
        </p:txBody>
      </p:sp>
      <p:sp>
        <p:nvSpPr>
          <p:cNvPr id="4" name="Context">
            <a:extLst xmlns:a="http://schemas.openxmlformats.org/drawingml/2006/main">
              <a:ext uri="{FF2B5EF4-FFF2-40B4-BE49-F238E27FC236}">
                <a16:creationId xmlns:a16="http://schemas.microsoft.com/office/drawing/2014/main" id="{683774C5-64B1-42C1-8256-6C5A40BCDCFF}"/>
              </a:ext>
            </a:extLst>
          </p:cNvPr>
          <p:cNvSpPr>
            <a:spLocks xmlns:a="http://schemas.openxmlformats.org/drawingml/2006/main" noGrp="1"/>
          </p:cNvSpPr>
          <p:nvPr/>
        </p:nvSpPr>
        <p:spPr>
          <a:xfrm xmlns:a="http://schemas.openxmlformats.org/drawingml/2006/main">
            <a:off x="533400" y="1971675"/>
            <a:ext cx="900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2B16"/>
                </a:solidFill>
                <a:latin typeface="Liberation Sans"/>
                <a:ea typeface="Liberation Sans"/>
                <a:cs typeface="Liberation Sans"/>
              </a:defRPr>
            </a:defPPr>
            <a:lvl1pPr algn="l">
              <a:defRPr sz="1725" b="0">
                <a:solidFill>
                  <a:srgbClr val="172B16"/>
                </a:solidFill>
                <a:latin typeface="Liberation Sans"/>
                <a:ea typeface="Liberation Sans"/>
                <a:cs typeface="Liberation Sans"/>
              </a:defRPr>
            </a:lvl1pPr>
            <a:lvl2pPr algn="l">
              <a:defRPr sz="1725" b="0">
                <a:solidFill>
                  <a:srgbClr val="172B16"/>
                </a:solidFill>
                <a:latin typeface="Liberation Sans"/>
                <a:ea typeface="Liberation Sans"/>
                <a:cs typeface="Liberation Sans"/>
              </a:defRPr>
            </a:lvl2pPr>
            <a:lvl3pPr algn="l">
              <a:defRPr sz="1725" b="0">
                <a:solidFill>
                  <a:srgbClr val="172B16"/>
                </a:solidFill>
                <a:latin typeface="Liberation Sans"/>
                <a:ea typeface="Liberation Sans"/>
                <a:cs typeface="Liberation Sans"/>
              </a:defRPr>
            </a:lvl3pPr>
            <a:lvl4pPr algn="l">
              <a:defRPr sz="1725" b="0">
                <a:solidFill>
                  <a:srgbClr val="172B16"/>
                </a:solidFill>
                <a:latin typeface="Liberation Sans"/>
                <a:ea typeface="Liberation Sans"/>
                <a:cs typeface="Liberation Sans"/>
              </a:defRPr>
            </a:lvl4pPr>
            <a:lvl5pPr algn="l">
              <a:defRPr sz="1725" b="0">
                <a:solidFill>
                  <a:srgbClr val="172B16"/>
                </a:solidFill>
                <a:latin typeface="Liberation Sans"/>
                <a:ea typeface="Liberation Sans"/>
                <a:cs typeface="Liberation Sans"/>
              </a:defRPr>
            </a:lvl5pPr>
            <a:lvl6pPr algn="l">
              <a:defRPr sz="1725" b="0">
                <a:solidFill>
                  <a:srgbClr val="172B16"/>
                </a:solidFill>
                <a:latin typeface="Liberation Sans"/>
                <a:ea typeface="Liberation Sans"/>
                <a:cs typeface="Liberation Sans"/>
              </a:defRPr>
            </a:lvl6pPr>
            <a:lvl7pPr algn="l">
              <a:defRPr sz="1725" b="0">
                <a:solidFill>
                  <a:srgbClr val="172B16"/>
                </a:solidFill>
                <a:latin typeface="Liberation Sans"/>
                <a:ea typeface="Liberation Sans"/>
                <a:cs typeface="Liberation Sans"/>
              </a:defRPr>
            </a:lvl7pPr>
            <a:lvl8pPr algn="l">
              <a:defRPr sz="1725" b="0">
                <a:solidFill>
                  <a:srgbClr val="172B16"/>
                </a:solidFill>
                <a:latin typeface="Liberation Sans"/>
                <a:ea typeface="Liberation Sans"/>
                <a:cs typeface="Liberation Sans"/>
              </a:defRPr>
            </a:lvl8pPr>
            <a:lvl9pPr algn="l">
              <a:defRPr sz="1725" b="0">
                <a:solidFill>
                  <a:srgbClr val="172B16"/>
                </a:solidFill>
                <a:latin typeface="Liberation Sans"/>
                <a:ea typeface="Liberation Sans"/>
                <a:cs typeface="Liberation Sans"/>
              </a:defRPr>
            </a:lvl9pPr>
          </a:lstStyle>
          <a:p xmlns:a="http://schemas.openxmlformats.org/drawingml/2006/main">
            <a:pPr algn="l">
              <a:defRPr sz="1725" b="0">
                <a:solidFill>
                  <a:srgbClr val="172B16"/>
                </a:solidFill>
                <a:latin typeface="Liberation Sans"/>
                <a:ea typeface="Liberation Sans"/>
                <a:cs typeface="Liberation Sans"/>
              </a:defRPr>
            </a:pPr>
            <a:r>
              <a:rPr sz="1725" b="0">
                <a:solidFill>
                  <a:srgbClr val="172B16"/>
                </a:solidFill>
                <a:latin typeface="Liberation Sans"/>
                <a:ea typeface="Liberation Sans"/>
                <a:cs typeface="Liberation Sans"/>
              </a:rPr>
              <a:t>EVENING A GROUP 6   KAMPALA, UGANDA   25 OCTOBER 2026</a:t>
            </a:r>
          </a:p>
        </p:txBody>
      </p:sp>
      <p:graphicFrame>
        <p:nvGraphicFramePr>
          <p:cNvPr id="5" name="">
            <a:extLst xmlns:a="http://schemas.openxmlformats.org/drawingml/2006/main">
              <a:ext uri="{FF2B5EF4-FFF2-40B4-BE49-F238E27FC236}">
                <a16:creationId xmlns:a16="http://schemas.microsoft.com/office/drawing/2014/main" id="{C7E12B3C-C44C-4F06-8CC3-84F96F565E69}"/>
              </a:ext>
            </a:extLst>
          </p:cNvPr>
          <p:cNvGraphicFramePr/>
          <p:nvPr/>
        </p:nvGraphicFramePr>
        <p:xfrm>
          <a:off xmlns:a="http://schemas.openxmlformats.org/drawingml/2006/main" x="533400" y="2381250"/>
          <a:ext xmlns:a="http://schemas.openxmlformats.org/drawingml/2006/main" cx="7096125" cy="2171700"/>
        </p:xfrm>
        <a:graphic xmlns:a="http://schemas.openxmlformats.org/drawingml/2006/main">
          <a:graphicData uri="http://schemas.openxmlformats.org/drawingml/2006/table">
            <a:tbl>
              <a:tblPr/>
              <a:tblGrid>
                <a:gridCol w="4191000"/>
                <a:gridCol w="2905125"/>
              </a:tblGrid>
              <a:tr h="361950">
                <a:tc>
                  <a:txBody>
                    <a:bodyPr lIns="85725" tIns="85725" rIns="85725" bIns="85725"/>
                    <a:lstStyle/>
                    <a:p>
                      <a:pPr algn="l"/>
                      <a:r>
                        <a:rPr sz="1650" b="1">
                          <a:solidFill>
                            <a:srgbClr val="172B16"/>
                          </a:solidFill>
                          <a:latin typeface="Liberation Sans"/>
                          <a:ea typeface="Liberation Sans"/>
                          <a:cs typeface="Liberation Sans"/>
                        </a:rPr>
                        <a:t>Member</a:t>
                      </a:r>
                    </a:p>
                  </a:txBody>
                  <a:tcPr marL="91440" marR="91440" marT="45720" marB="45720" anchor="ctr">
                    <a:lnL w="6668">
                      <a:solidFill>
                        <a:srgbClr val="A4B699"/>
                      </a:solidFill>
                      <a:prstDash val="solid"/>
                    </a:lnL>
                    <a:lnR w="6668">
                      <a:solidFill>
                        <a:srgbClr val="A4B699"/>
                      </a:solidFill>
                      <a:prstDash val="solid"/>
                    </a:lnR>
                    <a:lnT w="6668">
                      <a:solidFill>
                        <a:srgbClr val="A4B699"/>
                      </a:solidFill>
                      <a:prstDash val="solid"/>
                    </a:lnT>
                    <a:lnB w="6668">
                      <a:solidFill>
                        <a:srgbClr val="A4B699"/>
                      </a:solidFill>
                      <a:prstDash val="solid"/>
                    </a:lnB>
                    <a:solidFill>
                      <a:srgbClr val="E6F0DD"/>
                    </a:solidFill>
                  </a:tcPr>
                </a:tc>
                <a:tc>
                  <a:txBody>
                    <a:bodyPr lIns="85725" tIns="85725" rIns="85725" bIns="85725"/>
                    <a:lstStyle/>
                    <a:p>
                      <a:pPr algn="l"/>
                      <a:r>
                        <a:rPr sz="1650" b="1">
                          <a:solidFill>
                            <a:srgbClr val="172B16"/>
                          </a:solidFill>
                          <a:latin typeface="Liberation Sans"/>
                          <a:ea typeface="Liberation Sans"/>
                          <a:cs typeface="Liberation Sans"/>
                        </a:rPr>
                        <a:t>Registration number</a:t>
                      </a:r>
                    </a:p>
                  </a:txBody>
                  <a:tcPr marL="91440" marR="91440" marT="45720" marB="45720" anchor="ctr">
                    <a:lnR w="6668">
                      <a:solidFill>
                        <a:srgbClr val="A4B699"/>
                      </a:solidFill>
                      <a:prstDash val="solid"/>
                    </a:lnR>
                    <a:lnT w="6668">
                      <a:solidFill>
                        <a:srgbClr val="A4B699"/>
                      </a:solidFill>
                      <a:prstDash val="solid"/>
                    </a:lnT>
                    <a:lnB w="6668">
                      <a:solidFill>
                        <a:srgbClr val="A4B699"/>
                      </a:solidFill>
                      <a:prstDash val="solid"/>
                    </a:lnB>
                    <a:solidFill>
                      <a:srgbClr val="E6F0DD"/>
                    </a:solidFill>
                  </a:tcPr>
                </a:tc>
              </a:tr>
              <a:tr h="361950">
                <a:tc>
                  <a:txBody>
                    <a:bodyPr lIns="85725" tIns="85725" rIns="85725" bIns="85725"/>
                    <a:lstStyle/>
                    <a:p>
                      <a:pPr algn="l"/>
                      <a:r>
                        <a:rPr sz="1650" b="0">
                          <a:solidFill>
                            <a:srgbClr val="172B16"/>
                          </a:solidFill>
                          <a:latin typeface="Liberation Sans"/>
                          <a:ea typeface="Liberation Sans"/>
                          <a:cs typeface="Liberation Sans"/>
                        </a:rPr>
                        <a:t>LUYOBYA VICENT</a:t>
                      </a:r>
                    </a:p>
                  </a:txBody>
                  <a:tcPr marL="91440" marR="91440" marT="45720" marB="45720" anchor="ctr">
                    <a:lnL w="6668">
                      <a:solidFill>
                        <a:srgbClr val="A4B699"/>
                      </a:solidFill>
                      <a:prstDash val="solid"/>
                    </a:lnL>
                    <a:lnR w="6668">
                      <a:solidFill>
                        <a:srgbClr val="A4B699"/>
                      </a:solidFill>
                      <a:prstDash val="solid"/>
                    </a:lnR>
                    <a:lnB w="6668">
                      <a:solidFill>
                        <a:srgbClr val="A4B699"/>
                      </a:solidFill>
                      <a:prstDash val="solid"/>
                    </a:lnB>
                    <a:solidFill>
                      <a:srgbClr val="FFFFFF"/>
                    </a:solidFill>
                  </a:tcPr>
                </a:tc>
                <a:tc>
                  <a:txBody>
                    <a:bodyPr lIns="85725" tIns="85725" rIns="85725" bIns="85725"/>
                    <a:lstStyle/>
                    <a:p>
                      <a:pPr algn="l"/>
                      <a:r>
                        <a:rPr sz="1650" b="0">
                          <a:solidFill>
                            <a:srgbClr val="172B16"/>
                          </a:solidFill>
                          <a:latin typeface="Liberation Sans"/>
                          <a:ea typeface="Liberation Sans"/>
                          <a:cs typeface="Liberation Sans"/>
                        </a:rPr>
                        <a:t>25/U/03863/EVE</a:t>
                      </a:r>
                    </a:p>
                  </a:txBody>
                  <a:tcPr marL="91440" marR="91440" marT="45720" marB="45720" anchor="ctr">
                    <a:lnR w="6668">
                      <a:solidFill>
                        <a:srgbClr val="A4B699"/>
                      </a:solidFill>
                      <a:prstDash val="solid"/>
                    </a:lnR>
                    <a:lnB w="6668">
                      <a:solidFill>
                        <a:srgbClr val="A4B699"/>
                      </a:solidFill>
                      <a:prstDash val="solid"/>
                    </a:lnB>
                    <a:solidFill>
                      <a:srgbClr val="FFFFFF"/>
                    </a:solidFill>
                  </a:tcPr>
                </a:tc>
              </a:tr>
              <a:tr h="361950">
                <a:tc>
                  <a:txBody>
                    <a:bodyPr lIns="85725" tIns="85725" rIns="85725" bIns="85725"/>
                    <a:lstStyle/>
                    <a:p>
                      <a:pPr algn="l"/>
                      <a:r>
                        <a:rPr sz="1650" b="0">
                          <a:solidFill>
                            <a:srgbClr val="172B16"/>
                          </a:solidFill>
                          <a:latin typeface="Liberation Sans"/>
                          <a:ea typeface="Liberation Sans"/>
                          <a:cs typeface="Liberation Sans"/>
                        </a:rPr>
                        <a:t>YIGA AKRAM</a:t>
                      </a:r>
                    </a:p>
                  </a:txBody>
                  <a:tcPr marL="91440" marR="91440" marT="45720" marB="45720" anchor="ctr">
                    <a:lnL w="6668">
                      <a:solidFill>
                        <a:srgbClr val="A4B699"/>
                      </a:solidFill>
                      <a:prstDash val="solid"/>
                    </a:lnL>
                    <a:lnR w="6668">
                      <a:solidFill>
                        <a:srgbClr val="A4B699"/>
                      </a:solidFill>
                      <a:prstDash val="solid"/>
                    </a:lnR>
                    <a:lnB w="6668">
                      <a:solidFill>
                        <a:srgbClr val="A4B699"/>
                      </a:solidFill>
                      <a:prstDash val="solid"/>
                    </a:lnB>
                    <a:solidFill>
                      <a:srgbClr val="FFFFFF"/>
                    </a:solidFill>
                  </a:tcPr>
                </a:tc>
                <a:tc>
                  <a:txBody>
                    <a:bodyPr lIns="85725" tIns="85725" rIns="85725" bIns="85725"/>
                    <a:lstStyle/>
                    <a:p>
                      <a:pPr algn="l"/>
                      <a:r>
                        <a:rPr sz="1650" b="0">
                          <a:solidFill>
                            <a:srgbClr val="172B16"/>
                          </a:solidFill>
                          <a:latin typeface="Liberation Sans"/>
                          <a:ea typeface="Liberation Sans"/>
                          <a:cs typeface="Liberation Sans"/>
                        </a:rPr>
                        <a:t>23/U/18680/PS</a:t>
                      </a:r>
                    </a:p>
                  </a:txBody>
                  <a:tcPr marL="91440" marR="91440" marT="45720" marB="45720" anchor="ctr">
                    <a:lnR w="6668">
                      <a:solidFill>
                        <a:srgbClr val="A4B699"/>
                      </a:solidFill>
                      <a:prstDash val="solid"/>
                    </a:lnR>
                    <a:lnB w="6668">
                      <a:solidFill>
                        <a:srgbClr val="A4B699"/>
                      </a:solidFill>
                      <a:prstDash val="solid"/>
                    </a:lnB>
                    <a:solidFill>
                      <a:srgbClr val="FFFFFF"/>
                    </a:solidFill>
                  </a:tcPr>
                </a:tc>
              </a:tr>
              <a:tr h="361950">
                <a:tc>
                  <a:txBody>
                    <a:bodyPr lIns="85725" tIns="85725" rIns="85725" bIns="85725"/>
                    <a:lstStyle/>
                    <a:p>
                      <a:pPr algn="l"/>
                      <a:r>
                        <a:rPr sz="1650" b="0">
                          <a:solidFill>
                            <a:srgbClr val="172B16"/>
                          </a:solidFill>
                          <a:latin typeface="Liberation Sans"/>
                          <a:ea typeface="Liberation Sans"/>
                          <a:cs typeface="Liberation Sans"/>
                        </a:rPr>
                        <a:t>KWAGALA ELVIS</a:t>
                      </a:r>
                    </a:p>
                  </a:txBody>
                  <a:tcPr marL="91440" marR="91440" marT="45720" marB="45720" anchor="ctr">
                    <a:lnL w="6668">
                      <a:solidFill>
                        <a:srgbClr val="A4B699"/>
                      </a:solidFill>
                      <a:prstDash val="solid"/>
                    </a:lnL>
                    <a:lnR w="6668">
                      <a:solidFill>
                        <a:srgbClr val="A4B699"/>
                      </a:solidFill>
                      <a:prstDash val="solid"/>
                    </a:lnR>
                    <a:lnB w="6668">
                      <a:solidFill>
                        <a:srgbClr val="A4B699"/>
                      </a:solidFill>
                      <a:prstDash val="solid"/>
                    </a:lnB>
                    <a:solidFill>
                      <a:srgbClr val="FFFFFF"/>
                    </a:solidFill>
                  </a:tcPr>
                </a:tc>
                <a:tc>
                  <a:txBody>
                    <a:bodyPr lIns="85725" tIns="85725" rIns="85725" bIns="85725"/>
                    <a:lstStyle/>
                    <a:p>
                      <a:pPr algn="l"/>
                      <a:r>
                        <a:rPr sz="1650" b="0">
                          <a:solidFill>
                            <a:srgbClr val="172B16"/>
                          </a:solidFill>
                          <a:latin typeface="Liberation Sans"/>
                          <a:ea typeface="Liberation Sans"/>
                          <a:cs typeface="Liberation Sans"/>
                        </a:rPr>
                        <a:t>25/U/0365</a:t>
                      </a:r>
                    </a:p>
                  </a:txBody>
                  <a:tcPr marL="91440" marR="91440" marT="45720" marB="45720" anchor="ctr">
                    <a:lnR w="6668">
                      <a:solidFill>
                        <a:srgbClr val="A4B699"/>
                      </a:solidFill>
                      <a:prstDash val="solid"/>
                    </a:lnR>
                    <a:lnB w="6668">
                      <a:solidFill>
                        <a:srgbClr val="A4B699"/>
                      </a:solidFill>
                      <a:prstDash val="solid"/>
                    </a:lnB>
                    <a:solidFill>
                      <a:srgbClr val="FFFFFF"/>
                    </a:solidFill>
                  </a:tcPr>
                </a:tc>
              </a:tr>
              <a:tr h="361950">
                <a:tc>
                  <a:txBody>
                    <a:bodyPr lIns="85725" tIns="85725" rIns="85725" bIns="85725"/>
                    <a:lstStyle/>
                    <a:p>
                      <a:pPr algn="l"/>
                      <a:r>
                        <a:rPr sz="1650" b="0">
                          <a:solidFill>
                            <a:srgbClr val="172B16"/>
                          </a:solidFill>
                          <a:latin typeface="Liberation Sans"/>
                          <a:ea typeface="Liberation Sans"/>
                          <a:cs typeface="Liberation Sans"/>
                        </a:rPr>
                        <a:t>MUGANWA EDRINE</a:t>
                      </a:r>
                    </a:p>
                  </a:txBody>
                  <a:tcPr marL="91440" marR="91440" marT="45720" marB="45720" anchor="ctr">
                    <a:lnL w="6668">
                      <a:solidFill>
                        <a:srgbClr val="A4B699"/>
                      </a:solidFill>
                      <a:prstDash val="solid"/>
                    </a:lnL>
                    <a:lnR w="6668">
                      <a:solidFill>
                        <a:srgbClr val="A4B699"/>
                      </a:solidFill>
                      <a:prstDash val="solid"/>
                    </a:lnR>
                    <a:lnB w="6668">
                      <a:solidFill>
                        <a:srgbClr val="A4B699"/>
                      </a:solidFill>
                      <a:prstDash val="solid"/>
                    </a:lnB>
                    <a:solidFill>
                      <a:srgbClr val="FFFFFF"/>
                    </a:solidFill>
                  </a:tcPr>
                </a:tc>
                <a:tc>
                  <a:txBody>
                    <a:bodyPr lIns="85725" tIns="85725" rIns="85725" bIns="85725"/>
                    <a:lstStyle/>
                    <a:p>
                      <a:pPr algn="l"/>
                      <a:r>
                        <a:rPr sz="1650" b="0">
                          <a:solidFill>
                            <a:srgbClr val="172B16"/>
                          </a:solidFill>
                          <a:latin typeface="Liberation Sans"/>
                          <a:ea typeface="Liberation Sans"/>
                          <a:cs typeface="Liberation Sans"/>
                        </a:rPr>
                        <a:t>25/U/03890/EVE</a:t>
                      </a:r>
                    </a:p>
                  </a:txBody>
                  <a:tcPr marL="91440" marR="91440" marT="45720" marB="45720" anchor="ctr">
                    <a:lnR w="6668">
                      <a:solidFill>
                        <a:srgbClr val="A4B699"/>
                      </a:solidFill>
                      <a:prstDash val="solid"/>
                    </a:lnR>
                    <a:lnB w="6668">
                      <a:solidFill>
                        <a:srgbClr val="A4B699"/>
                      </a:solidFill>
                      <a:prstDash val="solid"/>
                    </a:lnB>
                    <a:solidFill>
                      <a:srgbClr val="FFFFFF"/>
                    </a:solidFill>
                  </a:tcPr>
                </a:tc>
              </a:tr>
              <a:tr h="361950">
                <a:tc>
                  <a:txBody>
                    <a:bodyPr lIns="85725" tIns="85725" rIns="85725" bIns="85725"/>
                    <a:lstStyle/>
                    <a:p>
                      <a:pPr algn="l"/>
                      <a:r>
                        <a:rPr sz="1650" b="0">
                          <a:solidFill>
                            <a:srgbClr val="172B16"/>
                          </a:solidFill>
                          <a:latin typeface="Liberation Sans"/>
                          <a:ea typeface="Liberation Sans"/>
                          <a:cs typeface="Liberation Sans"/>
                        </a:rPr>
                        <a:t>MUJUNI NASEEM</a:t>
                      </a:r>
                    </a:p>
                  </a:txBody>
                  <a:tcPr marL="91440" marR="91440" marT="45720" marB="45720" anchor="ctr">
                    <a:lnL w="6668">
                      <a:solidFill>
                        <a:srgbClr val="A4B699"/>
                      </a:solidFill>
                      <a:prstDash val="solid"/>
                    </a:lnL>
                    <a:lnR w="6668">
                      <a:solidFill>
                        <a:srgbClr val="A4B699"/>
                      </a:solidFill>
                      <a:prstDash val="solid"/>
                    </a:lnR>
                    <a:lnB w="6668">
                      <a:solidFill>
                        <a:srgbClr val="A4B699"/>
                      </a:solidFill>
                      <a:prstDash val="solid"/>
                    </a:lnB>
                    <a:solidFill>
                      <a:srgbClr val="FFFFFF"/>
                    </a:solidFill>
                  </a:tcPr>
                </a:tc>
                <a:tc>
                  <a:txBody>
                    <a:bodyPr lIns="85725" tIns="85725" rIns="85725" bIns="85725"/>
                    <a:lstStyle/>
                    <a:p>
                      <a:pPr algn="l"/>
                      <a:r>
                        <a:rPr sz="1650" b="0">
                          <a:solidFill>
                            <a:srgbClr val="172B16"/>
                          </a:solidFill>
                          <a:latin typeface="Liberation Sans"/>
                          <a:ea typeface="Liberation Sans"/>
                          <a:cs typeface="Liberation Sans"/>
                        </a:rPr>
                        <a:t>25/U/03899/EVE</a:t>
                      </a:r>
                    </a:p>
                  </a:txBody>
                  <a:tcPr marL="91440" marR="91440" marT="45720" marB="45720" anchor="ctr">
                    <a:lnR w="6668">
                      <a:solidFill>
                        <a:srgbClr val="A4B699"/>
                      </a:solidFill>
                      <a:prstDash val="solid"/>
                    </a:lnR>
                    <a:lnB w="6668">
                      <a:solidFill>
                        <a:srgbClr val="A4B699"/>
                      </a:solidFill>
                      <a:prstDash val="solid"/>
                    </a:lnB>
                    <a:solidFill>
                      <a:srgbClr val="FFFFFF"/>
                    </a:solidFill>
                  </a:tcPr>
                </a:tc>
              </a:tr>
            </a:tbl>
          </a:graphicData>
        </a:graphic>
      </p:graphicFrame>
      <p:sp>
        <p:nvSpPr>
          <p:cNvPr id="6" name="Page">
            <a:extLst xmlns:a="http://schemas.openxmlformats.org/drawingml/2006/main">
              <a:ext uri="{FF2B5EF4-FFF2-40B4-BE49-F238E27FC236}">
                <a16:creationId xmlns:a16="http://schemas.microsoft.com/office/drawing/2014/main" id="{E6400DD2-FD36-41BC-A4B9-BA1326F4B0A1}"/>
              </a:ext>
            </a:extLst>
          </p:cNvPr>
          <p:cNvSpPr>
            <a:spLocks xmlns:a="http://schemas.openxmlformats.org/drawingml/2006/main" noGrp="1"/>
          </p:cNvSpPr>
          <p:nvPr/>
        </p:nvSpPr>
        <p:spPr>
          <a:xfrm xmlns:a="http://schemas.openxmlformats.org/drawingml/2006/main">
            <a:off x="533400" y="5238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B16"/>
                </a:solidFill>
                <a:latin typeface="Liberation Sans"/>
                <a:ea typeface="Liberation Sans"/>
                <a:cs typeface="Liberation Sans"/>
              </a:defRPr>
            </a:defPPr>
            <a:lvl1pPr algn="l">
              <a:defRPr sz="1500" b="0">
                <a:solidFill>
                  <a:srgbClr val="172B16"/>
                </a:solidFill>
                <a:latin typeface="Liberation Sans"/>
                <a:ea typeface="Liberation Sans"/>
                <a:cs typeface="Liberation Sans"/>
              </a:defRPr>
            </a:lvl1pPr>
            <a:lvl2pPr algn="l">
              <a:defRPr sz="1500" b="0">
                <a:solidFill>
                  <a:srgbClr val="172B16"/>
                </a:solidFill>
                <a:latin typeface="Liberation Sans"/>
                <a:ea typeface="Liberation Sans"/>
                <a:cs typeface="Liberation Sans"/>
              </a:defRPr>
            </a:lvl2pPr>
            <a:lvl3pPr algn="l">
              <a:defRPr sz="1500" b="0">
                <a:solidFill>
                  <a:srgbClr val="172B16"/>
                </a:solidFill>
                <a:latin typeface="Liberation Sans"/>
                <a:ea typeface="Liberation Sans"/>
                <a:cs typeface="Liberation Sans"/>
              </a:defRPr>
            </a:lvl3pPr>
            <a:lvl4pPr algn="l">
              <a:defRPr sz="1500" b="0">
                <a:solidFill>
                  <a:srgbClr val="172B16"/>
                </a:solidFill>
                <a:latin typeface="Liberation Sans"/>
                <a:ea typeface="Liberation Sans"/>
                <a:cs typeface="Liberation Sans"/>
              </a:defRPr>
            </a:lvl4pPr>
            <a:lvl5pPr algn="l">
              <a:defRPr sz="1500" b="0">
                <a:solidFill>
                  <a:srgbClr val="172B16"/>
                </a:solidFill>
                <a:latin typeface="Liberation Sans"/>
                <a:ea typeface="Liberation Sans"/>
                <a:cs typeface="Liberation Sans"/>
              </a:defRPr>
            </a:lvl5pPr>
            <a:lvl6pPr algn="l">
              <a:defRPr sz="1500" b="0">
                <a:solidFill>
                  <a:srgbClr val="172B16"/>
                </a:solidFill>
                <a:latin typeface="Liberation Sans"/>
                <a:ea typeface="Liberation Sans"/>
                <a:cs typeface="Liberation Sans"/>
              </a:defRPr>
            </a:lvl6pPr>
            <a:lvl7pPr algn="l">
              <a:defRPr sz="1500" b="0">
                <a:solidFill>
                  <a:srgbClr val="172B16"/>
                </a:solidFill>
                <a:latin typeface="Liberation Sans"/>
                <a:ea typeface="Liberation Sans"/>
                <a:cs typeface="Liberation Sans"/>
              </a:defRPr>
            </a:lvl7pPr>
            <a:lvl8pPr algn="l">
              <a:defRPr sz="1500" b="0">
                <a:solidFill>
                  <a:srgbClr val="172B16"/>
                </a:solidFill>
                <a:latin typeface="Liberation Sans"/>
                <a:ea typeface="Liberation Sans"/>
                <a:cs typeface="Liberation Sans"/>
              </a:defRPr>
            </a:lvl8pPr>
            <a:lvl9pPr algn="l">
              <a:defRPr sz="1500" b="0">
                <a:solidFill>
                  <a:srgbClr val="172B16"/>
                </a:solidFill>
                <a:latin typeface="Liberation Sans"/>
                <a:ea typeface="Liberation Sans"/>
                <a:cs typeface="Liberation Sans"/>
              </a:defRPr>
            </a:lvl9pPr>
          </a:lstStyle>
          <a:p xmlns:a="http://schemas.openxmlformats.org/drawingml/2006/main">
            <a:pPr algn="l">
              <a:defRPr sz="1500" b="0">
                <a:solidFill>
                  <a:srgbClr val="172B16"/>
                </a:solidFill>
                <a:latin typeface="Liberation Sans"/>
                <a:ea typeface="Liberation Sans"/>
                <a:cs typeface="Liberation Sans"/>
              </a:defRPr>
            </a:pPr>
            <a:r>
              <a:rPr sz="1500" b="0">
                <a:solidFill>
                  <a:srgbClr val="172B16"/>
                </a:solidFill>
                <a:latin typeface="Liberation Sans"/>
                <a:ea typeface="Liberation Sans"/>
                <a:cs typeface="Liberation Sans"/>
              </a:rPr>
              <a:t>1</a:t>
            </a:r>
          </a:p>
        </p:txBody>
      </p:sp>
    </p:spTree>
    <p:extLst>
      <p:ext uri="{BB962C8B-B14F-4D97-AF65-F5344CB8AC3E}">
        <p14:creationId xmlns:p14="http://schemas.microsoft.com/office/powerpoint/2010/main" val="190266865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4523B75-0FFA-4DEE-B6D4-8FBFEFA9BDAF}"/>
              </a:ext>
            </a:extLst>
          </p:cNvPr>
          <p:cNvSpPr>
            <a:spLocks xmlns:a="http://schemas.openxmlformats.org/drawingml/2006/main" noGrp="1"/>
          </p:cNvSpPr>
          <p:nvPr/>
        </p:nvSpPr>
        <p:spPr>
          <a:xfrm xmlns:a="http://schemas.openxmlformats.org/drawingml/2006/main">
            <a:off x="533400" y="323850"/>
            <a:ext cx="9001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54F18"/>
                </a:solidFill>
                <a:latin typeface="Liberation Sans"/>
                <a:ea typeface="Liberation Sans"/>
                <a:cs typeface="Liberation Sans"/>
              </a:defRPr>
            </a:defPPr>
            <a:lvl1pPr algn="l">
              <a:defRPr sz="3225" b="1">
                <a:solidFill>
                  <a:srgbClr val="254F18"/>
                </a:solidFill>
                <a:latin typeface="Liberation Sans"/>
                <a:ea typeface="Liberation Sans"/>
                <a:cs typeface="Liberation Sans"/>
              </a:defRPr>
            </a:lvl1pPr>
            <a:lvl2pPr algn="l">
              <a:defRPr sz="3225" b="1">
                <a:solidFill>
                  <a:srgbClr val="254F18"/>
                </a:solidFill>
                <a:latin typeface="Liberation Sans"/>
                <a:ea typeface="Liberation Sans"/>
                <a:cs typeface="Liberation Sans"/>
              </a:defRPr>
            </a:lvl2pPr>
            <a:lvl3pPr algn="l">
              <a:defRPr sz="3225" b="1">
                <a:solidFill>
                  <a:srgbClr val="254F18"/>
                </a:solidFill>
                <a:latin typeface="Liberation Sans"/>
                <a:ea typeface="Liberation Sans"/>
                <a:cs typeface="Liberation Sans"/>
              </a:defRPr>
            </a:lvl3pPr>
            <a:lvl4pPr algn="l">
              <a:defRPr sz="3225" b="1">
                <a:solidFill>
                  <a:srgbClr val="254F18"/>
                </a:solidFill>
                <a:latin typeface="Liberation Sans"/>
                <a:ea typeface="Liberation Sans"/>
                <a:cs typeface="Liberation Sans"/>
              </a:defRPr>
            </a:lvl4pPr>
            <a:lvl5pPr algn="l">
              <a:defRPr sz="3225" b="1">
                <a:solidFill>
                  <a:srgbClr val="254F18"/>
                </a:solidFill>
                <a:latin typeface="Liberation Sans"/>
                <a:ea typeface="Liberation Sans"/>
                <a:cs typeface="Liberation Sans"/>
              </a:defRPr>
            </a:lvl5pPr>
            <a:lvl6pPr algn="l">
              <a:defRPr sz="3225" b="1">
                <a:solidFill>
                  <a:srgbClr val="254F18"/>
                </a:solidFill>
                <a:latin typeface="Liberation Sans"/>
                <a:ea typeface="Liberation Sans"/>
                <a:cs typeface="Liberation Sans"/>
              </a:defRPr>
            </a:lvl6pPr>
            <a:lvl7pPr algn="l">
              <a:defRPr sz="3225" b="1">
                <a:solidFill>
                  <a:srgbClr val="254F18"/>
                </a:solidFill>
                <a:latin typeface="Liberation Sans"/>
                <a:ea typeface="Liberation Sans"/>
                <a:cs typeface="Liberation Sans"/>
              </a:defRPr>
            </a:lvl7pPr>
            <a:lvl8pPr algn="l">
              <a:defRPr sz="3225" b="1">
                <a:solidFill>
                  <a:srgbClr val="254F18"/>
                </a:solidFill>
                <a:latin typeface="Liberation Sans"/>
                <a:ea typeface="Liberation Sans"/>
                <a:cs typeface="Liberation Sans"/>
              </a:defRPr>
            </a:lvl8pPr>
            <a:lvl9pPr algn="l">
              <a:defRPr sz="3225" b="1">
                <a:solidFill>
                  <a:srgbClr val="254F18"/>
                </a:solidFill>
                <a:latin typeface="Liberation Sans"/>
                <a:ea typeface="Liberation Sans"/>
                <a:cs typeface="Liberation Sans"/>
              </a:defRPr>
            </a:lvl9pPr>
          </a:lstStyle>
          <a:p xmlns:a="http://schemas.openxmlformats.org/drawingml/2006/main">
            <a:pPr algn="l">
              <a:defRPr sz="3225" b="1">
                <a:solidFill>
                  <a:srgbClr val="254F18"/>
                </a:solidFill>
                <a:latin typeface="Liberation Sans"/>
                <a:ea typeface="Liberation Sans"/>
                <a:cs typeface="Liberation Sans"/>
              </a:defRPr>
            </a:pPr>
            <a:r>
              <a:rPr sz="3225" b="1">
                <a:solidFill>
                  <a:srgbClr val="254F18"/>
                </a:solidFill>
                <a:latin typeface="Liberation Sans"/>
                <a:ea typeface="Liberation Sans"/>
                <a:cs typeface="Liberation Sans"/>
              </a:rPr>
              <a:t>Three customer problems</a:t>
            </a:r>
          </a:p>
        </p:txBody>
      </p:sp>
      <p:sp>
        <p:nvSpPr>
          <p:cNvPr id="2" name="Page">
            <a:extLst xmlns:a="http://schemas.openxmlformats.org/drawingml/2006/main">
              <a:ext uri="{FF2B5EF4-FFF2-40B4-BE49-F238E27FC236}">
                <a16:creationId xmlns:a16="http://schemas.microsoft.com/office/drawing/2014/main" id="{BFB890A0-AC6F-4263-90D9-819BE965C521}"/>
              </a:ext>
            </a:extLst>
          </p:cNvPr>
          <p:cNvSpPr>
            <a:spLocks xmlns:a="http://schemas.openxmlformats.org/drawingml/2006/main" noGrp="1"/>
          </p:cNvSpPr>
          <p:nvPr/>
        </p:nvSpPr>
        <p:spPr>
          <a:xfrm xmlns:a="http://schemas.openxmlformats.org/drawingml/2006/main">
            <a:off x="533400" y="5238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3A13"/>
                </a:solidFill>
                <a:latin typeface="Liberation Sans"/>
                <a:ea typeface="Liberation Sans"/>
                <a:cs typeface="Liberation Sans"/>
              </a:defRPr>
            </a:defPPr>
            <a:lvl1pPr algn="l">
              <a:defRPr sz="1500" b="0">
                <a:solidFill>
                  <a:srgbClr val="203A13"/>
                </a:solidFill>
                <a:latin typeface="Liberation Sans"/>
                <a:ea typeface="Liberation Sans"/>
                <a:cs typeface="Liberation Sans"/>
              </a:defRPr>
            </a:lvl1pPr>
            <a:lvl2pPr algn="l">
              <a:defRPr sz="1500" b="0">
                <a:solidFill>
                  <a:srgbClr val="203A13"/>
                </a:solidFill>
                <a:latin typeface="Liberation Sans"/>
                <a:ea typeface="Liberation Sans"/>
                <a:cs typeface="Liberation Sans"/>
              </a:defRPr>
            </a:lvl2pPr>
            <a:lvl3pPr algn="l">
              <a:defRPr sz="1500" b="0">
                <a:solidFill>
                  <a:srgbClr val="203A13"/>
                </a:solidFill>
                <a:latin typeface="Liberation Sans"/>
                <a:ea typeface="Liberation Sans"/>
                <a:cs typeface="Liberation Sans"/>
              </a:defRPr>
            </a:lvl3pPr>
            <a:lvl4pPr algn="l">
              <a:defRPr sz="1500" b="0">
                <a:solidFill>
                  <a:srgbClr val="203A13"/>
                </a:solidFill>
                <a:latin typeface="Liberation Sans"/>
                <a:ea typeface="Liberation Sans"/>
                <a:cs typeface="Liberation Sans"/>
              </a:defRPr>
            </a:lvl4pPr>
            <a:lvl5pPr algn="l">
              <a:defRPr sz="1500" b="0">
                <a:solidFill>
                  <a:srgbClr val="203A13"/>
                </a:solidFill>
                <a:latin typeface="Liberation Sans"/>
                <a:ea typeface="Liberation Sans"/>
                <a:cs typeface="Liberation Sans"/>
              </a:defRPr>
            </a:lvl5pPr>
            <a:lvl6pPr algn="l">
              <a:defRPr sz="1500" b="0">
                <a:solidFill>
                  <a:srgbClr val="203A13"/>
                </a:solidFill>
                <a:latin typeface="Liberation Sans"/>
                <a:ea typeface="Liberation Sans"/>
                <a:cs typeface="Liberation Sans"/>
              </a:defRPr>
            </a:lvl6pPr>
            <a:lvl7pPr algn="l">
              <a:defRPr sz="1500" b="0">
                <a:solidFill>
                  <a:srgbClr val="203A13"/>
                </a:solidFill>
                <a:latin typeface="Liberation Sans"/>
                <a:ea typeface="Liberation Sans"/>
                <a:cs typeface="Liberation Sans"/>
              </a:defRPr>
            </a:lvl7pPr>
            <a:lvl8pPr algn="l">
              <a:defRPr sz="1500" b="0">
                <a:solidFill>
                  <a:srgbClr val="203A13"/>
                </a:solidFill>
                <a:latin typeface="Liberation Sans"/>
                <a:ea typeface="Liberation Sans"/>
                <a:cs typeface="Liberation Sans"/>
              </a:defRPr>
            </a:lvl8pPr>
            <a:lvl9pPr algn="l">
              <a:defRPr sz="1500" b="0">
                <a:solidFill>
                  <a:srgbClr val="203A13"/>
                </a:solidFill>
                <a:latin typeface="Liberation Sans"/>
                <a:ea typeface="Liberation Sans"/>
                <a:cs typeface="Liberation Sans"/>
              </a:defRPr>
            </a:lvl9pPr>
          </a:lstStyle>
          <a:p xmlns:a="http://schemas.openxmlformats.org/drawingml/2006/main">
            <a:pPr algn="l">
              <a:defRPr sz="1500" b="0">
                <a:solidFill>
                  <a:srgbClr val="203A13"/>
                </a:solidFill>
                <a:latin typeface="Liberation Sans"/>
                <a:ea typeface="Liberation Sans"/>
                <a:cs typeface="Liberation Sans"/>
              </a:defRPr>
            </a:pPr>
            <a:r>
              <a:rPr sz="1500" b="0">
                <a:solidFill>
                  <a:srgbClr val="203A13"/>
                </a:solidFill>
                <a:latin typeface="Liberation Sans"/>
                <a:ea typeface="Liberation Sans"/>
                <a:cs typeface="Liberation Sans"/>
              </a:rPr>
              <a:t>2</a:t>
            </a:r>
          </a:p>
        </p:txBody>
      </p:sp>
      <p:graphicFrame>
        <p:nvGraphicFramePr>
          <p:cNvPr id="3" name="">
            <a:extLst xmlns:a="http://schemas.openxmlformats.org/drawingml/2006/main">
              <a:ext uri="{FF2B5EF4-FFF2-40B4-BE49-F238E27FC236}">
                <a16:creationId xmlns:a16="http://schemas.microsoft.com/office/drawing/2014/main" id="{809111D1-2BD7-49DE-8C67-1FB3DAF1D53E}"/>
              </a:ext>
            </a:extLst>
          </p:cNvPr>
          <p:cNvGraphicFramePr/>
          <p:nvPr/>
        </p:nvGraphicFramePr>
        <p:xfrm>
          <a:off xmlns:a="http://schemas.openxmlformats.org/drawingml/2006/main" x="533400" y="1200150"/>
          <a:ext xmlns:a="http://schemas.openxmlformats.org/drawingml/2006/main" cx="9001125" cy="2571750"/>
        </p:xfrm>
        <a:graphic xmlns:a="http://schemas.openxmlformats.org/drawingml/2006/main">
          <a:graphicData uri="http://schemas.openxmlformats.org/drawingml/2006/table">
            <a:tbl>
              <a:tblPr/>
              <a:tblGrid>
                <a:gridCol w="3286125"/>
                <a:gridCol w="5715000"/>
              </a:tblGrid>
              <a:tr h="642938">
                <a:tc>
                  <a:txBody>
                    <a:bodyPr lIns="85725" tIns="85725" rIns="85725" bIns="85725"/>
                    <a:lstStyle/>
                    <a:p>
                      <a:pPr algn="l"/>
                      <a:r>
                        <a:rPr sz="1875" b="1">
                          <a:solidFill>
                            <a:srgbClr val="172B16"/>
                          </a:solidFill>
                          <a:latin typeface="Liberation Sans"/>
                          <a:ea typeface="Liberation Sans"/>
                          <a:cs typeface="Liberation Sans"/>
                        </a:rPr>
                        <a:t>Problem</a:t>
                      </a:r>
                    </a:p>
                  </a:txBody>
                  <a:tcPr marL="91440" marR="91440" marT="45720" marB="45720" anchor="ctr">
                    <a:lnL w="6668">
                      <a:solidFill>
                        <a:srgbClr val="A4B699"/>
                      </a:solidFill>
                      <a:prstDash val="solid"/>
                    </a:lnL>
                    <a:lnR w="6668">
                      <a:solidFill>
                        <a:srgbClr val="A4B699"/>
                      </a:solidFill>
                      <a:prstDash val="solid"/>
                    </a:lnR>
                    <a:lnT w="6668">
                      <a:solidFill>
                        <a:srgbClr val="A4B699"/>
                      </a:solidFill>
                      <a:prstDash val="solid"/>
                    </a:lnT>
                    <a:lnB w="6668">
                      <a:solidFill>
                        <a:srgbClr val="A4B699"/>
                      </a:solidFill>
                      <a:prstDash val="solid"/>
                    </a:lnB>
                    <a:solidFill>
                      <a:srgbClr val="E6F0DD"/>
                    </a:solidFill>
                  </a:tcPr>
                </a:tc>
                <a:tc>
                  <a:txBody>
                    <a:bodyPr lIns="85725" tIns="85725" rIns="85725" bIns="85725"/>
                    <a:lstStyle/>
                    <a:p>
                      <a:pPr algn="l"/>
                      <a:r>
                        <a:rPr sz="1875" b="1">
                          <a:solidFill>
                            <a:srgbClr val="172B16"/>
                          </a:solidFill>
                          <a:latin typeface="Liberation Sans"/>
                          <a:ea typeface="Liberation Sans"/>
                          <a:cs typeface="Liberation Sans"/>
                        </a:rPr>
                        <a:t>Reason for consideration</a:t>
                      </a:r>
                    </a:p>
                  </a:txBody>
                  <a:tcPr marL="91440" marR="91440" marT="45720" marB="45720" anchor="ctr">
                    <a:lnR w="6668">
                      <a:solidFill>
                        <a:srgbClr val="A4B699"/>
                      </a:solidFill>
                      <a:prstDash val="solid"/>
                    </a:lnR>
                    <a:lnT w="6668">
                      <a:solidFill>
                        <a:srgbClr val="A4B699"/>
                      </a:solidFill>
                      <a:prstDash val="solid"/>
                    </a:lnT>
                    <a:lnB w="6668">
                      <a:solidFill>
                        <a:srgbClr val="A4B699"/>
                      </a:solidFill>
                      <a:prstDash val="solid"/>
                    </a:lnB>
                    <a:solidFill>
                      <a:srgbClr val="E6F0DD"/>
                    </a:solidFill>
                  </a:tcPr>
                </a:tc>
              </a:tr>
              <a:tr h="642938">
                <a:tc>
                  <a:txBody>
                    <a:bodyPr lIns="85725" tIns="85725" rIns="85725" bIns="85725"/>
                    <a:lstStyle/>
                    <a:p>
                      <a:pPr algn="l"/>
                      <a:r>
                        <a:rPr sz="1875" b="0">
                          <a:solidFill>
                            <a:srgbClr val="172B16"/>
                          </a:solidFill>
                          <a:latin typeface="Liberation Sans"/>
                          <a:ea typeface="Liberation Sans"/>
                          <a:cs typeface="Liberation Sans"/>
                        </a:rPr>
                        <a:t>Usable construction surplus</a:t>
                      </a:r>
                    </a:p>
                  </a:txBody>
                  <a:tcPr marL="91440" marR="91440" marT="45720" marB="45720" anchor="ctr">
                    <a:lnL w="6668">
                      <a:solidFill>
                        <a:srgbClr val="A4B699"/>
                      </a:solidFill>
                      <a:prstDash val="solid"/>
                    </a:lnL>
                    <a:lnR w="6668">
                      <a:solidFill>
                        <a:srgbClr val="A4B699"/>
                      </a:solidFill>
                      <a:prstDash val="solid"/>
                    </a:lnR>
                    <a:lnB w="6668">
                      <a:solidFill>
                        <a:srgbClr val="A4B699"/>
                      </a:solidFill>
                      <a:prstDash val="solid"/>
                    </a:lnB>
                    <a:solidFill>
                      <a:srgbClr val="FFFFFF"/>
                    </a:solidFill>
                  </a:tcPr>
                </a:tc>
                <a:tc>
                  <a:txBody>
                    <a:bodyPr lIns="85725" tIns="85725" rIns="85725" bIns="85725"/>
                    <a:lstStyle/>
                    <a:p>
                      <a:pPr algn="l"/>
                      <a:r>
                        <a:rPr sz="1875" b="0">
                          <a:solidFill>
                            <a:srgbClr val="172B16"/>
                          </a:solidFill>
                          <a:latin typeface="Liberation Sans"/>
                          <a:ea typeface="Liberation Sans"/>
                          <a:cs typeface="Liberation Sans"/>
                        </a:rPr>
                        <a:t>Potential match between material sellers and small-project buyers</a:t>
                      </a:r>
                    </a:p>
                  </a:txBody>
                  <a:tcPr marL="91440" marR="91440" marT="45720" marB="45720" anchor="ctr">
                    <a:lnR w="6668">
                      <a:solidFill>
                        <a:srgbClr val="A4B699"/>
                      </a:solidFill>
                      <a:prstDash val="solid"/>
                    </a:lnR>
                    <a:lnB w="6668">
                      <a:solidFill>
                        <a:srgbClr val="A4B699"/>
                      </a:solidFill>
                      <a:prstDash val="solid"/>
                    </a:lnB>
                    <a:solidFill>
                      <a:srgbClr val="FFFFFF"/>
                    </a:solidFill>
                  </a:tcPr>
                </a:tc>
              </a:tr>
              <a:tr h="642938">
                <a:tc>
                  <a:txBody>
                    <a:bodyPr lIns="85725" tIns="85725" rIns="85725" bIns="85725"/>
                    <a:lstStyle/>
                    <a:p>
                      <a:pPr algn="l"/>
                      <a:r>
                        <a:rPr sz="1875" b="0">
                          <a:solidFill>
                            <a:srgbClr val="172B16"/>
                          </a:solidFill>
                          <a:latin typeface="Liberation Sans"/>
                          <a:ea typeface="Liberation Sans"/>
                          <a:cs typeface="Liberation Sans"/>
                        </a:rPr>
                        <a:t>Unclear final delivery entrance</a:t>
                      </a:r>
                    </a:p>
                  </a:txBody>
                  <a:tcPr marL="91440" marR="91440" marT="45720" marB="45720" anchor="ctr">
                    <a:lnL w="6668">
                      <a:solidFill>
                        <a:srgbClr val="A4B699"/>
                      </a:solidFill>
                      <a:prstDash val="solid"/>
                    </a:lnL>
                    <a:lnR w="6668">
                      <a:solidFill>
                        <a:srgbClr val="A4B699"/>
                      </a:solidFill>
                      <a:prstDash val="solid"/>
                    </a:lnR>
                    <a:lnB w="6668">
                      <a:solidFill>
                        <a:srgbClr val="A4B699"/>
                      </a:solidFill>
                      <a:prstDash val="solid"/>
                    </a:lnB>
                    <a:solidFill>
                      <a:srgbClr val="FFFFFF"/>
                    </a:solidFill>
                  </a:tcPr>
                </a:tc>
                <a:tc>
                  <a:txBody>
                    <a:bodyPr lIns="85725" tIns="85725" rIns="85725" bIns="85725"/>
                    <a:lstStyle/>
                    <a:p>
                      <a:pPr algn="l"/>
                      <a:r>
                        <a:rPr sz="1875" b="0">
                          <a:solidFill>
                            <a:srgbClr val="172B16"/>
                          </a:solidFill>
                          <a:latin typeface="Liberation Sans"/>
                          <a:ea typeface="Liberation Sans"/>
                          <a:cs typeface="Liberation Sans"/>
                        </a:rPr>
                        <a:t>Delivery riders may lose time finding the correct access point</a:t>
                      </a:r>
                    </a:p>
                  </a:txBody>
                  <a:tcPr marL="91440" marR="91440" marT="45720" marB="45720" anchor="ctr">
                    <a:lnR w="6668">
                      <a:solidFill>
                        <a:srgbClr val="A4B699"/>
                      </a:solidFill>
                      <a:prstDash val="solid"/>
                    </a:lnR>
                    <a:lnB w="6668">
                      <a:solidFill>
                        <a:srgbClr val="A4B699"/>
                      </a:solidFill>
                      <a:prstDash val="solid"/>
                    </a:lnB>
                    <a:solidFill>
                      <a:srgbClr val="FFFFFF"/>
                    </a:solidFill>
                  </a:tcPr>
                </a:tc>
              </a:tr>
              <a:tr h="642938">
                <a:tc>
                  <a:txBody>
                    <a:bodyPr lIns="85725" tIns="85725" rIns="85725" bIns="85725"/>
                    <a:lstStyle/>
                    <a:p>
                      <a:pPr algn="l"/>
                      <a:r>
                        <a:rPr sz="1875" b="0">
                          <a:solidFill>
                            <a:srgbClr val="172B16"/>
                          </a:solidFill>
                          <a:latin typeface="Liberation Sans"/>
                          <a:ea typeface="Liberation Sans"/>
                          <a:cs typeface="Liberation Sans"/>
                        </a:rPr>
                        <a:t>Campus administration queues</a:t>
                      </a:r>
                    </a:p>
                  </a:txBody>
                  <a:tcPr marL="91440" marR="91440" marT="45720" marB="45720" anchor="ctr">
                    <a:lnL w="6668">
                      <a:solidFill>
                        <a:srgbClr val="A4B699"/>
                      </a:solidFill>
                      <a:prstDash val="solid"/>
                    </a:lnL>
                    <a:lnR w="6668">
                      <a:solidFill>
                        <a:srgbClr val="A4B699"/>
                      </a:solidFill>
                      <a:prstDash val="solid"/>
                    </a:lnR>
                    <a:lnB w="6668">
                      <a:solidFill>
                        <a:srgbClr val="A4B699"/>
                      </a:solidFill>
                      <a:prstDash val="solid"/>
                    </a:lnB>
                    <a:solidFill>
                      <a:srgbClr val="FFFFFF"/>
                    </a:solidFill>
                  </a:tcPr>
                </a:tc>
                <a:tc>
                  <a:txBody>
                    <a:bodyPr lIns="85725" tIns="85725" rIns="85725" bIns="85725"/>
                    <a:lstStyle/>
                    <a:p>
                      <a:pPr algn="l"/>
                      <a:r>
                        <a:rPr sz="1875" b="0">
                          <a:solidFill>
                            <a:srgbClr val="172B16"/>
                          </a:solidFill>
                          <a:latin typeface="Liberation Sans"/>
                          <a:ea typeface="Liberation Sans"/>
                          <a:cs typeface="Liberation Sans"/>
                        </a:rPr>
                        <a:t>Students may lose time waiting for routine services</a:t>
                      </a:r>
                    </a:p>
                  </a:txBody>
                  <a:tcPr marL="91440" marR="91440" marT="45720" marB="45720" anchor="ctr">
                    <a:lnR w="6668">
                      <a:solidFill>
                        <a:srgbClr val="A4B699"/>
                      </a:solidFill>
                      <a:prstDash val="solid"/>
                    </a:lnR>
                    <a:lnB w="6668">
                      <a:solidFill>
                        <a:srgbClr val="A4B699"/>
                      </a:solidFill>
                      <a:prstDash val="solid"/>
                    </a:lnB>
                    <a:solidFill>
                      <a:srgbClr val="FFFFFF"/>
                    </a:solidFill>
                  </a:tcPr>
                </a:tc>
              </a:tr>
            </a:tbl>
          </a:graphicData>
        </a:graphic>
      </p:graphicFrame>
      <p:sp>
        <p:nvSpPr>
          <p:cNvPr id="4" name="Selection">
            <a:extLst xmlns:a="http://schemas.openxmlformats.org/drawingml/2006/main">
              <a:ext uri="{FF2B5EF4-FFF2-40B4-BE49-F238E27FC236}">
                <a16:creationId xmlns:a16="http://schemas.microsoft.com/office/drawing/2014/main" id="{9D95E795-A9DD-4BEF-AB21-D8989C7A6F52}"/>
              </a:ext>
            </a:extLst>
          </p:cNvPr>
          <p:cNvSpPr>
            <a:spLocks xmlns:a="http://schemas.openxmlformats.org/drawingml/2006/main" noGrp="1"/>
          </p:cNvSpPr>
          <p:nvPr/>
        </p:nvSpPr>
        <p:spPr>
          <a:xfrm xmlns:a="http://schemas.openxmlformats.org/drawingml/2006/main">
            <a:off x="533400" y="3971925"/>
            <a:ext cx="700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B16"/>
                </a:solidFill>
                <a:latin typeface="Liberation Sans"/>
                <a:ea typeface="Liberation Sans"/>
                <a:cs typeface="Liberation Sans"/>
              </a:defRPr>
            </a:defPPr>
            <a:lvl1pPr algn="l">
              <a:defRPr sz="2100" b="0">
                <a:solidFill>
                  <a:srgbClr val="172B16"/>
                </a:solidFill>
                <a:latin typeface="Liberation Sans"/>
                <a:ea typeface="Liberation Sans"/>
                <a:cs typeface="Liberation Sans"/>
              </a:defRPr>
            </a:lvl1pPr>
            <a:lvl2pPr algn="l">
              <a:defRPr sz="2100" b="0">
                <a:solidFill>
                  <a:srgbClr val="172B16"/>
                </a:solidFill>
                <a:latin typeface="Liberation Sans"/>
                <a:ea typeface="Liberation Sans"/>
                <a:cs typeface="Liberation Sans"/>
              </a:defRPr>
            </a:lvl2pPr>
            <a:lvl3pPr algn="l">
              <a:defRPr sz="2100" b="0">
                <a:solidFill>
                  <a:srgbClr val="172B16"/>
                </a:solidFill>
                <a:latin typeface="Liberation Sans"/>
                <a:ea typeface="Liberation Sans"/>
                <a:cs typeface="Liberation Sans"/>
              </a:defRPr>
            </a:lvl3pPr>
            <a:lvl4pPr algn="l">
              <a:defRPr sz="2100" b="0">
                <a:solidFill>
                  <a:srgbClr val="172B16"/>
                </a:solidFill>
                <a:latin typeface="Liberation Sans"/>
                <a:ea typeface="Liberation Sans"/>
                <a:cs typeface="Liberation Sans"/>
              </a:defRPr>
            </a:lvl4pPr>
            <a:lvl5pPr algn="l">
              <a:defRPr sz="2100" b="0">
                <a:solidFill>
                  <a:srgbClr val="172B16"/>
                </a:solidFill>
                <a:latin typeface="Liberation Sans"/>
                <a:ea typeface="Liberation Sans"/>
                <a:cs typeface="Liberation Sans"/>
              </a:defRPr>
            </a:lvl5pPr>
            <a:lvl6pPr algn="l">
              <a:defRPr sz="2100" b="0">
                <a:solidFill>
                  <a:srgbClr val="172B16"/>
                </a:solidFill>
                <a:latin typeface="Liberation Sans"/>
                <a:ea typeface="Liberation Sans"/>
                <a:cs typeface="Liberation Sans"/>
              </a:defRPr>
            </a:lvl6pPr>
            <a:lvl7pPr algn="l">
              <a:defRPr sz="2100" b="0">
                <a:solidFill>
                  <a:srgbClr val="172B16"/>
                </a:solidFill>
                <a:latin typeface="Liberation Sans"/>
                <a:ea typeface="Liberation Sans"/>
                <a:cs typeface="Liberation Sans"/>
              </a:defRPr>
            </a:lvl7pPr>
            <a:lvl8pPr algn="l">
              <a:defRPr sz="2100" b="0">
                <a:solidFill>
                  <a:srgbClr val="172B16"/>
                </a:solidFill>
                <a:latin typeface="Liberation Sans"/>
                <a:ea typeface="Liberation Sans"/>
                <a:cs typeface="Liberation Sans"/>
              </a:defRPr>
            </a:lvl8pPr>
            <a:lvl9pPr algn="l">
              <a:defRPr sz="2100" b="0">
                <a:solidFill>
                  <a:srgbClr val="172B16"/>
                </a:solidFill>
                <a:latin typeface="Liberation Sans"/>
                <a:ea typeface="Liberation Sans"/>
                <a:cs typeface="Liberation Sans"/>
              </a:defRPr>
            </a:lvl9pPr>
          </a:lstStyle>
          <a:p xmlns:a="http://schemas.openxmlformats.org/drawingml/2006/main">
            <a:pPr algn="l">
              <a:defRPr sz="2100" b="0">
                <a:solidFill>
                  <a:srgbClr val="172B16"/>
                </a:solidFill>
                <a:latin typeface="Liberation Sans"/>
                <a:ea typeface="Liberation Sans"/>
                <a:cs typeface="Liberation Sans"/>
              </a:defRPr>
            </a:pPr>
            <a:r>
              <a:rPr sz="2100" b="0">
                <a:solidFill>
                  <a:srgbClr val="172B16"/>
                </a:solidFill>
                <a:latin typeface="Liberation Sans"/>
                <a:ea typeface="Liberation Sans"/>
                <a:cs typeface="Liberation Sans"/>
              </a:rPr>
              <a:t>JengaConnect is the provisional choice because the group already has a developed concept to investigate.</a:t>
            </a:r>
          </a:p>
        </p:txBody>
      </p:sp>
    </p:spTree>
    <p:extLst>
      <p:ext uri="{BB962C8B-B14F-4D97-AF65-F5344CB8AC3E}">
        <p14:creationId xmlns:p14="http://schemas.microsoft.com/office/powerpoint/2010/main" val="190266865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26C2D93-CBB2-4FE0-AE39-3BC38C55FFBC}"/>
              </a:ext>
            </a:extLst>
          </p:cNvPr>
          <p:cNvSpPr>
            <a:spLocks xmlns:a="http://schemas.openxmlformats.org/drawingml/2006/main" noGrp="1"/>
          </p:cNvSpPr>
          <p:nvPr/>
        </p:nvSpPr>
        <p:spPr>
          <a:xfrm xmlns:a="http://schemas.openxmlformats.org/drawingml/2006/main">
            <a:off x="533400" y="323850"/>
            <a:ext cx="9001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54F18"/>
                </a:solidFill>
                <a:latin typeface="Liberation Sans"/>
                <a:ea typeface="Liberation Sans"/>
                <a:cs typeface="Liberation Sans"/>
              </a:defRPr>
            </a:defPPr>
            <a:lvl1pPr algn="l">
              <a:defRPr sz="3225" b="1">
                <a:solidFill>
                  <a:srgbClr val="254F18"/>
                </a:solidFill>
                <a:latin typeface="Liberation Sans"/>
                <a:ea typeface="Liberation Sans"/>
                <a:cs typeface="Liberation Sans"/>
              </a:defRPr>
            </a:lvl1pPr>
            <a:lvl2pPr algn="l">
              <a:defRPr sz="3225" b="1">
                <a:solidFill>
                  <a:srgbClr val="254F18"/>
                </a:solidFill>
                <a:latin typeface="Liberation Sans"/>
                <a:ea typeface="Liberation Sans"/>
                <a:cs typeface="Liberation Sans"/>
              </a:defRPr>
            </a:lvl2pPr>
            <a:lvl3pPr algn="l">
              <a:defRPr sz="3225" b="1">
                <a:solidFill>
                  <a:srgbClr val="254F18"/>
                </a:solidFill>
                <a:latin typeface="Liberation Sans"/>
                <a:ea typeface="Liberation Sans"/>
                <a:cs typeface="Liberation Sans"/>
              </a:defRPr>
            </a:lvl3pPr>
            <a:lvl4pPr algn="l">
              <a:defRPr sz="3225" b="1">
                <a:solidFill>
                  <a:srgbClr val="254F18"/>
                </a:solidFill>
                <a:latin typeface="Liberation Sans"/>
                <a:ea typeface="Liberation Sans"/>
                <a:cs typeface="Liberation Sans"/>
              </a:defRPr>
            </a:lvl4pPr>
            <a:lvl5pPr algn="l">
              <a:defRPr sz="3225" b="1">
                <a:solidFill>
                  <a:srgbClr val="254F18"/>
                </a:solidFill>
                <a:latin typeface="Liberation Sans"/>
                <a:ea typeface="Liberation Sans"/>
                <a:cs typeface="Liberation Sans"/>
              </a:defRPr>
            </a:lvl5pPr>
            <a:lvl6pPr algn="l">
              <a:defRPr sz="3225" b="1">
                <a:solidFill>
                  <a:srgbClr val="254F18"/>
                </a:solidFill>
                <a:latin typeface="Liberation Sans"/>
                <a:ea typeface="Liberation Sans"/>
                <a:cs typeface="Liberation Sans"/>
              </a:defRPr>
            </a:lvl6pPr>
            <a:lvl7pPr algn="l">
              <a:defRPr sz="3225" b="1">
                <a:solidFill>
                  <a:srgbClr val="254F18"/>
                </a:solidFill>
                <a:latin typeface="Liberation Sans"/>
                <a:ea typeface="Liberation Sans"/>
                <a:cs typeface="Liberation Sans"/>
              </a:defRPr>
            </a:lvl7pPr>
            <a:lvl8pPr algn="l">
              <a:defRPr sz="3225" b="1">
                <a:solidFill>
                  <a:srgbClr val="254F18"/>
                </a:solidFill>
                <a:latin typeface="Liberation Sans"/>
                <a:ea typeface="Liberation Sans"/>
                <a:cs typeface="Liberation Sans"/>
              </a:defRPr>
            </a:lvl8pPr>
            <a:lvl9pPr algn="l">
              <a:defRPr sz="3225" b="1">
                <a:solidFill>
                  <a:srgbClr val="254F18"/>
                </a:solidFill>
                <a:latin typeface="Liberation Sans"/>
                <a:ea typeface="Liberation Sans"/>
                <a:cs typeface="Liberation Sans"/>
              </a:defRPr>
            </a:lvl9pPr>
          </a:lstStyle>
          <a:p xmlns:a="http://schemas.openxmlformats.org/drawingml/2006/main">
            <a:pPr algn="l">
              <a:defRPr sz="3225" b="1">
                <a:solidFill>
                  <a:srgbClr val="254F18"/>
                </a:solidFill>
                <a:latin typeface="Liberation Sans"/>
                <a:ea typeface="Liberation Sans"/>
                <a:cs typeface="Liberation Sans"/>
              </a:defRPr>
            </a:pPr>
            <a:r>
              <a:rPr sz="3225" b="1">
                <a:solidFill>
                  <a:srgbClr val="254F18"/>
                </a:solidFill>
                <a:latin typeface="Liberation Sans"/>
                <a:ea typeface="Liberation Sans"/>
                <a:cs typeface="Liberation Sans"/>
              </a:rPr>
              <a:t>Problem and target customers</a:t>
            </a:r>
          </a:p>
        </p:txBody>
      </p:sp>
      <p:sp>
        <p:nvSpPr>
          <p:cNvPr id="2" name="Page">
            <a:extLst xmlns:a="http://schemas.openxmlformats.org/drawingml/2006/main">
              <a:ext uri="{FF2B5EF4-FFF2-40B4-BE49-F238E27FC236}">
                <a16:creationId xmlns:a16="http://schemas.microsoft.com/office/drawing/2014/main" id="{DD61D580-DFC8-4762-8CCA-274EA404DC3F}"/>
              </a:ext>
            </a:extLst>
          </p:cNvPr>
          <p:cNvSpPr>
            <a:spLocks xmlns:a="http://schemas.openxmlformats.org/drawingml/2006/main" noGrp="1"/>
          </p:cNvSpPr>
          <p:nvPr/>
        </p:nvSpPr>
        <p:spPr>
          <a:xfrm xmlns:a="http://schemas.openxmlformats.org/drawingml/2006/main">
            <a:off x="533400" y="5238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3A13"/>
                </a:solidFill>
                <a:latin typeface="Liberation Sans"/>
                <a:ea typeface="Liberation Sans"/>
                <a:cs typeface="Liberation Sans"/>
              </a:defRPr>
            </a:defPPr>
            <a:lvl1pPr algn="l">
              <a:defRPr sz="1500" b="0">
                <a:solidFill>
                  <a:srgbClr val="203A13"/>
                </a:solidFill>
                <a:latin typeface="Liberation Sans"/>
                <a:ea typeface="Liberation Sans"/>
                <a:cs typeface="Liberation Sans"/>
              </a:defRPr>
            </a:lvl1pPr>
            <a:lvl2pPr algn="l">
              <a:defRPr sz="1500" b="0">
                <a:solidFill>
                  <a:srgbClr val="203A13"/>
                </a:solidFill>
                <a:latin typeface="Liberation Sans"/>
                <a:ea typeface="Liberation Sans"/>
                <a:cs typeface="Liberation Sans"/>
              </a:defRPr>
            </a:lvl2pPr>
            <a:lvl3pPr algn="l">
              <a:defRPr sz="1500" b="0">
                <a:solidFill>
                  <a:srgbClr val="203A13"/>
                </a:solidFill>
                <a:latin typeface="Liberation Sans"/>
                <a:ea typeface="Liberation Sans"/>
                <a:cs typeface="Liberation Sans"/>
              </a:defRPr>
            </a:lvl3pPr>
            <a:lvl4pPr algn="l">
              <a:defRPr sz="1500" b="0">
                <a:solidFill>
                  <a:srgbClr val="203A13"/>
                </a:solidFill>
                <a:latin typeface="Liberation Sans"/>
                <a:ea typeface="Liberation Sans"/>
                <a:cs typeface="Liberation Sans"/>
              </a:defRPr>
            </a:lvl4pPr>
            <a:lvl5pPr algn="l">
              <a:defRPr sz="1500" b="0">
                <a:solidFill>
                  <a:srgbClr val="203A13"/>
                </a:solidFill>
                <a:latin typeface="Liberation Sans"/>
                <a:ea typeface="Liberation Sans"/>
                <a:cs typeface="Liberation Sans"/>
              </a:defRPr>
            </a:lvl5pPr>
            <a:lvl6pPr algn="l">
              <a:defRPr sz="1500" b="0">
                <a:solidFill>
                  <a:srgbClr val="203A13"/>
                </a:solidFill>
                <a:latin typeface="Liberation Sans"/>
                <a:ea typeface="Liberation Sans"/>
                <a:cs typeface="Liberation Sans"/>
              </a:defRPr>
            </a:lvl6pPr>
            <a:lvl7pPr algn="l">
              <a:defRPr sz="1500" b="0">
                <a:solidFill>
                  <a:srgbClr val="203A13"/>
                </a:solidFill>
                <a:latin typeface="Liberation Sans"/>
                <a:ea typeface="Liberation Sans"/>
                <a:cs typeface="Liberation Sans"/>
              </a:defRPr>
            </a:lvl7pPr>
            <a:lvl8pPr algn="l">
              <a:defRPr sz="1500" b="0">
                <a:solidFill>
                  <a:srgbClr val="203A13"/>
                </a:solidFill>
                <a:latin typeface="Liberation Sans"/>
                <a:ea typeface="Liberation Sans"/>
                <a:cs typeface="Liberation Sans"/>
              </a:defRPr>
            </a:lvl8pPr>
            <a:lvl9pPr algn="l">
              <a:defRPr sz="1500" b="0">
                <a:solidFill>
                  <a:srgbClr val="203A13"/>
                </a:solidFill>
                <a:latin typeface="Liberation Sans"/>
                <a:ea typeface="Liberation Sans"/>
                <a:cs typeface="Liberation Sans"/>
              </a:defRPr>
            </a:lvl9pPr>
          </a:lstStyle>
          <a:p xmlns:a="http://schemas.openxmlformats.org/drawingml/2006/main">
            <a:pPr algn="l">
              <a:defRPr sz="1500" b="0">
                <a:solidFill>
                  <a:srgbClr val="203A13"/>
                </a:solidFill>
                <a:latin typeface="Liberation Sans"/>
                <a:ea typeface="Liberation Sans"/>
                <a:cs typeface="Liberation Sans"/>
              </a:defRPr>
            </a:pPr>
            <a:r>
              <a:rPr sz="1500" b="0">
                <a:solidFill>
                  <a:srgbClr val="203A13"/>
                </a:solidFill>
                <a:latin typeface="Liberation Sans"/>
                <a:ea typeface="Liberation Sans"/>
                <a:cs typeface="Liberation Sans"/>
              </a:rPr>
              <a:t>3</a:t>
            </a:r>
          </a:p>
        </p:txBody>
      </p:sp>
      <p:sp>
        <p:nvSpPr>
          <p:cNvPr id="3" name="Problem">
            <a:extLst xmlns:a="http://schemas.openxmlformats.org/drawingml/2006/main">
              <a:ext uri="{FF2B5EF4-FFF2-40B4-BE49-F238E27FC236}">
                <a16:creationId xmlns:a16="http://schemas.microsoft.com/office/drawing/2014/main" id="{B0882F6A-4AAE-4619-9B28-F1C06917719D}"/>
              </a:ext>
            </a:extLst>
          </p:cNvPr>
          <p:cNvSpPr>
            <a:spLocks xmlns:a="http://schemas.openxmlformats.org/drawingml/2006/main" noGrp="1"/>
          </p:cNvSpPr>
          <p:nvPr/>
        </p:nvSpPr>
        <p:spPr>
          <a:xfrm xmlns:a="http://schemas.openxmlformats.org/drawingml/2006/main">
            <a:off x="533400" y="119062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54F18"/>
                </a:solidFill>
                <a:latin typeface="Liberation Sans"/>
                <a:ea typeface="Liberation Sans"/>
                <a:cs typeface="Liberation Sans"/>
              </a:defRPr>
            </a:defPPr>
            <a:lvl1pPr algn="l">
              <a:defRPr sz="2325" b="1">
                <a:solidFill>
                  <a:srgbClr val="254F18"/>
                </a:solidFill>
                <a:latin typeface="Liberation Sans"/>
                <a:ea typeface="Liberation Sans"/>
                <a:cs typeface="Liberation Sans"/>
              </a:defRPr>
            </a:lvl1pPr>
            <a:lvl2pPr algn="l">
              <a:defRPr sz="2325" b="1">
                <a:solidFill>
                  <a:srgbClr val="254F18"/>
                </a:solidFill>
                <a:latin typeface="Liberation Sans"/>
                <a:ea typeface="Liberation Sans"/>
                <a:cs typeface="Liberation Sans"/>
              </a:defRPr>
            </a:lvl2pPr>
            <a:lvl3pPr algn="l">
              <a:defRPr sz="2325" b="1">
                <a:solidFill>
                  <a:srgbClr val="254F18"/>
                </a:solidFill>
                <a:latin typeface="Liberation Sans"/>
                <a:ea typeface="Liberation Sans"/>
                <a:cs typeface="Liberation Sans"/>
              </a:defRPr>
            </a:lvl3pPr>
            <a:lvl4pPr algn="l">
              <a:defRPr sz="2325" b="1">
                <a:solidFill>
                  <a:srgbClr val="254F18"/>
                </a:solidFill>
                <a:latin typeface="Liberation Sans"/>
                <a:ea typeface="Liberation Sans"/>
                <a:cs typeface="Liberation Sans"/>
              </a:defRPr>
            </a:lvl4pPr>
            <a:lvl5pPr algn="l">
              <a:defRPr sz="2325" b="1">
                <a:solidFill>
                  <a:srgbClr val="254F18"/>
                </a:solidFill>
                <a:latin typeface="Liberation Sans"/>
                <a:ea typeface="Liberation Sans"/>
                <a:cs typeface="Liberation Sans"/>
              </a:defRPr>
            </a:lvl5pPr>
            <a:lvl6pPr algn="l">
              <a:defRPr sz="2325" b="1">
                <a:solidFill>
                  <a:srgbClr val="254F18"/>
                </a:solidFill>
                <a:latin typeface="Liberation Sans"/>
                <a:ea typeface="Liberation Sans"/>
                <a:cs typeface="Liberation Sans"/>
              </a:defRPr>
            </a:lvl6pPr>
            <a:lvl7pPr algn="l">
              <a:defRPr sz="2325" b="1">
                <a:solidFill>
                  <a:srgbClr val="254F18"/>
                </a:solidFill>
                <a:latin typeface="Liberation Sans"/>
                <a:ea typeface="Liberation Sans"/>
                <a:cs typeface="Liberation Sans"/>
              </a:defRPr>
            </a:lvl7pPr>
            <a:lvl8pPr algn="l">
              <a:defRPr sz="2325" b="1">
                <a:solidFill>
                  <a:srgbClr val="254F18"/>
                </a:solidFill>
                <a:latin typeface="Liberation Sans"/>
                <a:ea typeface="Liberation Sans"/>
                <a:cs typeface="Liberation Sans"/>
              </a:defRPr>
            </a:lvl8pPr>
            <a:lvl9pPr algn="l">
              <a:defRPr sz="2325" b="1">
                <a:solidFill>
                  <a:srgbClr val="254F18"/>
                </a:solidFill>
                <a:latin typeface="Liberation Sans"/>
                <a:ea typeface="Liberation Sans"/>
                <a:cs typeface="Liberation Sans"/>
              </a:defRPr>
            </a:lvl9pPr>
          </a:lstStyle>
          <a:p xmlns:a="http://schemas.openxmlformats.org/drawingml/2006/main">
            <a:pPr algn="l">
              <a:defRPr sz="2325" b="1">
                <a:solidFill>
                  <a:srgbClr val="254F18"/>
                </a:solidFill>
                <a:latin typeface="Liberation Sans"/>
                <a:ea typeface="Liberation Sans"/>
                <a:cs typeface="Liberation Sans"/>
              </a:defRPr>
            </a:pPr>
            <a:r>
              <a:rPr sz="2325" b="1">
                <a:solidFill>
                  <a:srgbClr val="254F18"/>
                </a:solidFill>
                <a:latin typeface="Liberation Sans"/>
                <a:ea typeface="Liberation Sans"/>
                <a:cs typeface="Liberation Sans"/>
              </a:rPr>
              <a:t>Working problem</a:t>
            </a:r>
          </a:p>
        </p:txBody>
      </p:sp>
      <p:sp>
        <p:nvSpPr>
          <p:cNvPr id="4" name="Problem body">
            <a:extLst xmlns:a="http://schemas.openxmlformats.org/drawingml/2006/main">
              <a:ext uri="{FF2B5EF4-FFF2-40B4-BE49-F238E27FC236}">
                <a16:creationId xmlns:a16="http://schemas.microsoft.com/office/drawing/2014/main" id="{B33F4862-BF75-4EE9-9852-CA8D0CC8FC3C}"/>
              </a:ext>
            </a:extLst>
          </p:cNvPr>
          <p:cNvSpPr>
            <a:spLocks xmlns:a="http://schemas.openxmlformats.org/drawingml/2006/main" noGrp="1"/>
          </p:cNvSpPr>
          <p:nvPr/>
        </p:nvSpPr>
        <p:spPr>
          <a:xfrm xmlns:a="http://schemas.openxmlformats.org/drawingml/2006/main">
            <a:off x="533400" y="1638300"/>
            <a:ext cx="9001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B16"/>
                </a:solidFill>
                <a:latin typeface="Liberation Sans"/>
                <a:ea typeface="Liberation Sans"/>
                <a:cs typeface="Liberation Sans"/>
              </a:defRPr>
            </a:defPPr>
            <a:lvl1pPr algn="l">
              <a:defRPr sz="2400" b="0">
                <a:solidFill>
                  <a:srgbClr val="172B16"/>
                </a:solidFill>
                <a:latin typeface="Liberation Sans"/>
                <a:ea typeface="Liberation Sans"/>
                <a:cs typeface="Liberation Sans"/>
              </a:defRPr>
            </a:lvl1pPr>
            <a:lvl2pPr algn="l">
              <a:defRPr sz="2400" b="0">
                <a:solidFill>
                  <a:srgbClr val="172B16"/>
                </a:solidFill>
                <a:latin typeface="Liberation Sans"/>
                <a:ea typeface="Liberation Sans"/>
                <a:cs typeface="Liberation Sans"/>
              </a:defRPr>
            </a:lvl2pPr>
            <a:lvl3pPr algn="l">
              <a:defRPr sz="2400" b="0">
                <a:solidFill>
                  <a:srgbClr val="172B16"/>
                </a:solidFill>
                <a:latin typeface="Liberation Sans"/>
                <a:ea typeface="Liberation Sans"/>
                <a:cs typeface="Liberation Sans"/>
              </a:defRPr>
            </a:lvl3pPr>
            <a:lvl4pPr algn="l">
              <a:defRPr sz="2400" b="0">
                <a:solidFill>
                  <a:srgbClr val="172B16"/>
                </a:solidFill>
                <a:latin typeface="Liberation Sans"/>
                <a:ea typeface="Liberation Sans"/>
                <a:cs typeface="Liberation Sans"/>
              </a:defRPr>
            </a:lvl4pPr>
            <a:lvl5pPr algn="l">
              <a:defRPr sz="2400" b="0">
                <a:solidFill>
                  <a:srgbClr val="172B16"/>
                </a:solidFill>
                <a:latin typeface="Liberation Sans"/>
                <a:ea typeface="Liberation Sans"/>
                <a:cs typeface="Liberation Sans"/>
              </a:defRPr>
            </a:lvl5pPr>
            <a:lvl6pPr algn="l">
              <a:defRPr sz="2400" b="0">
                <a:solidFill>
                  <a:srgbClr val="172B16"/>
                </a:solidFill>
                <a:latin typeface="Liberation Sans"/>
                <a:ea typeface="Liberation Sans"/>
                <a:cs typeface="Liberation Sans"/>
              </a:defRPr>
            </a:lvl6pPr>
            <a:lvl7pPr algn="l">
              <a:defRPr sz="2400" b="0">
                <a:solidFill>
                  <a:srgbClr val="172B16"/>
                </a:solidFill>
                <a:latin typeface="Liberation Sans"/>
                <a:ea typeface="Liberation Sans"/>
                <a:cs typeface="Liberation Sans"/>
              </a:defRPr>
            </a:lvl7pPr>
            <a:lvl8pPr algn="l">
              <a:defRPr sz="2400" b="0">
                <a:solidFill>
                  <a:srgbClr val="172B16"/>
                </a:solidFill>
                <a:latin typeface="Liberation Sans"/>
                <a:ea typeface="Liberation Sans"/>
                <a:cs typeface="Liberation Sans"/>
              </a:defRPr>
            </a:lvl8pPr>
            <a:lvl9pPr algn="l">
              <a:defRPr sz="2400" b="0">
                <a:solidFill>
                  <a:srgbClr val="172B16"/>
                </a:solidFill>
                <a:latin typeface="Liberation Sans"/>
                <a:ea typeface="Liberation Sans"/>
                <a:cs typeface="Liberation Sans"/>
              </a:defRPr>
            </a:lvl9pPr>
          </a:lstStyle>
          <a:p xmlns:a="http://schemas.openxmlformats.org/drawingml/2006/main">
            <a:pPr algn="l">
              <a:defRPr sz="2400" b="0">
                <a:solidFill>
                  <a:srgbClr val="172B16"/>
                </a:solidFill>
                <a:latin typeface="Liberation Sans"/>
                <a:ea typeface="Liberation Sans"/>
                <a:cs typeface="Liberation Sans"/>
              </a:defRPr>
            </a:pPr>
            <a:r>
              <a:rPr sz="2400" b="0">
                <a:solidFill>
                  <a:srgbClr val="172B16"/>
                </a:solidFill>
                <a:latin typeface="Liberation Sans"/>
                <a:ea typeface="Liberation Sans"/>
                <a:cs typeface="Liberation Sans"/>
              </a:rPr>
              <a:t>People holding usable surplus may struggle to find nearby buyers before storage or transport costs outweigh its value.</a:t>
            </a:r>
          </a:p>
        </p:txBody>
      </p:sp>
      <p:sp>
        <p:nvSpPr>
          <p:cNvPr id="5" name="Customers">
            <a:extLst xmlns:a="http://schemas.openxmlformats.org/drawingml/2006/main">
              <a:ext uri="{FF2B5EF4-FFF2-40B4-BE49-F238E27FC236}">
                <a16:creationId xmlns:a16="http://schemas.microsoft.com/office/drawing/2014/main" id="{20EC8AE8-A653-4421-99E4-27682B6EECB6}"/>
              </a:ext>
            </a:extLst>
          </p:cNvPr>
          <p:cNvSpPr>
            <a:spLocks xmlns:a="http://schemas.openxmlformats.org/drawingml/2006/main" noGrp="1"/>
          </p:cNvSpPr>
          <p:nvPr/>
        </p:nvSpPr>
        <p:spPr>
          <a:xfrm xmlns:a="http://schemas.openxmlformats.org/drawingml/2006/main">
            <a:off x="533400" y="2714625"/>
            <a:ext cx="9001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B16"/>
                </a:solidFill>
                <a:latin typeface="Liberation Sans"/>
                <a:ea typeface="Liberation Sans"/>
                <a:cs typeface="Liberation Sans"/>
              </a:defRPr>
            </a:defPPr>
            <a:lvl1pPr algn="l">
              <a:defRPr sz="2250" b="0">
                <a:solidFill>
                  <a:srgbClr val="172B16"/>
                </a:solidFill>
                <a:latin typeface="Liberation Sans"/>
                <a:ea typeface="Liberation Sans"/>
                <a:cs typeface="Liberation Sans"/>
              </a:defRPr>
            </a:lvl1pPr>
            <a:lvl2pPr algn="l">
              <a:defRPr sz="2250" b="0">
                <a:solidFill>
                  <a:srgbClr val="172B16"/>
                </a:solidFill>
                <a:latin typeface="Liberation Sans"/>
                <a:ea typeface="Liberation Sans"/>
                <a:cs typeface="Liberation Sans"/>
              </a:defRPr>
            </a:lvl2pPr>
            <a:lvl3pPr algn="l">
              <a:defRPr sz="2250" b="0">
                <a:solidFill>
                  <a:srgbClr val="172B16"/>
                </a:solidFill>
                <a:latin typeface="Liberation Sans"/>
                <a:ea typeface="Liberation Sans"/>
                <a:cs typeface="Liberation Sans"/>
              </a:defRPr>
            </a:lvl3pPr>
            <a:lvl4pPr algn="l">
              <a:defRPr sz="2250" b="0">
                <a:solidFill>
                  <a:srgbClr val="172B16"/>
                </a:solidFill>
                <a:latin typeface="Liberation Sans"/>
                <a:ea typeface="Liberation Sans"/>
                <a:cs typeface="Liberation Sans"/>
              </a:defRPr>
            </a:lvl4pPr>
            <a:lvl5pPr algn="l">
              <a:defRPr sz="2250" b="0">
                <a:solidFill>
                  <a:srgbClr val="172B16"/>
                </a:solidFill>
                <a:latin typeface="Liberation Sans"/>
                <a:ea typeface="Liberation Sans"/>
                <a:cs typeface="Liberation Sans"/>
              </a:defRPr>
            </a:lvl5pPr>
            <a:lvl6pPr algn="l">
              <a:defRPr sz="2250" b="0">
                <a:solidFill>
                  <a:srgbClr val="172B16"/>
                </a:solidFill>
                <a:latin typeface="Liberation Sans"/>
                <a:ea typeface="Liberation Sans"/>
                <a:cs typeface="Liberation Sans"/>
              </a:defRPr>
            </a:lvl6pPr>
            <a:lvl7pPr algn="l">
              <a:defRPr sz="2250" b="0">
                <a:solidFill>
                  <a:srgbClr val="172B16"/>
                </a:solidFill>
                <a:latin typeface="Liberation Sans"/>
                <a:ea typeface="Liberation Sans"/>
                <a:cs typeface="Liberation Sans"/>
              </a:defRPr>
            </a:lvl7pPr>
            <a:lvl8pPr algn="l">
              <a:defRPr sz="2250" b="0">
                <a:solidFill>
                  <a:srgbClr val="172B16"/>
                </a:solidFill>
                <a:latin typeface="Liberation Sans"/>
                <a:ea typeface="Liberation Sans"/>
                <a:cs typeface="Liberation Sans"/>
              </a:defRPr>
            </a:lvl8pPr>
            <a:lvl9pPr algn="l">
              <a:defRPr sz="2250" b="0">
                <a:solidFill>
                  <a:srgbClr val="172B16"/>
                </a:solidFill>
                <a:latin typeface="Liberation Sans"/>
                <a:ea typeface="Liberation Sans"/>
                <a:cs typeface="Liberation Sans"/>
              </a:defRPr>
            </a:lvl9pPr>
          </a:lstStyle>
          <a:p xmlns:a="http://schemas.openxmlformats.org/drawingml/2006/main">
            <a:pPr algn="l">
              <a:defRPr sz="2250" b="0">
                <a:solidFill>
                  <a:srgbClr val="172B16"/>
                </a:solidFill>
                <a:latin typeface="Liberation Sans"/>
                <a:ea typeface="Liberation Sans"/>
                <a:cs typeface="Liberation Sans"/>
              </a:defRPr>
            </a:pPr>
            <a:r>
              <a:rPr sz="2250" b="0">
                <a:solidFill>
                  <a:srgbClr val="172B16"/>
                </a:solidFill>
                <a:latin typeface="Liberation Sans"/>
                <a:ea typeface="Liberation Sans"/>
                <a:cs typeface="Liberation Sans"/>
              </a:rPr>
              <a:t>Suppliers: site managers, contractors and materials sellers</a:t>
            </a:r>
          </a:p>
          <a:p xmlns:a="http://schemas.openxmlformats.org/drawingml/2006/main">
            <a:pPr algn="l">
              <a:defRPr sz="2250" b="0">
                <a:solidFill>
                  <a:srgbClr val="172B16"/>
                </a:solidFill>
                <a:latin typeface="Liberation Sans"/>
                <a:ea typeface="Liberation Sans"/>
                <a:cs typeface="Liberation Sans"/>
              </a:defRPr>
            </a:pPr>
            <a:r>
              <a:rPr sz="2250" b="0">
                <a:solidFill>
                  <a:srgbClr val="172B16"/>
                </a:solidFill>
                <a:latin typeface="Liberation Sans"/>
                <a:ea typeface="Liberation Sans"/>
                <a:cs typeface="Liberation Sans"/>
              </a:rPr>
              <a:t>Buyers: artisans and people building small projects</a:t>
            </a:r>
          </a:p>
        </p:txBody>
      </p:sp>
      <p:sp>
        <p:nvSpPr>
          <p:cNvPr id="6" name="Alternatives">
            <a:extLst xmlns:a="http://schemas.openxmlformats.org/drawingml/2006/main">
              <a:ext uri="{FF2B5EF4-FFF2-40B4-BE49-F238E27FC236}">
                <a16:creationId xmlns:a16="http://schemas.microsoft.com/office/drawing/2014/main" id="{F6D39D2A-8CE6-4BE7-AA9B-51DFE11B495B}"/>
              </a:ext>
            </a:extLst>
          </p:cNvPr>
          <p:cNvSpPr>
            <a:spLocks xmlns:a="http://schemas.openxmlformats.org/drawingml/2006/main" noGrp="1"/>
          </p:cNvSpPr>
          <p:nvPr/>
        </p:nvSpPr>
        <p:spPr>
          <a:xfrm xmlns:a="http://schemas.openxmlformats.org/drawingml/2006/main">
            <a:off x="533400" y="3867150"/>
            <a:ext cx="685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B16"/>
                </a:solidFill>
                <a:latin typeface="Liberation Sans"/>
                <a:ea typeface="Liberation Sans"/>
                <a:cs typeface="Liberation Sans"/>
              </a:defRPr>
            </a:defPPr>
            <a:lvl1pPr algn="l">
              <a:defRPr sz="2100" b="0">
                <a:solidFill>
                  <a:srgbClr val="172B16"/>
                </a:solidFill>
                <a:latin typeface="Liberation Sans"/>
                <a:ea typeface="Liberation Sans"/>
                <a:cs typeface="Liberation Sans"/>
              </a:defRPr>
            </a:lvl1pPr>
            <a:lvl2pPr algn="l">
              <a:defRPr sz="2100" b="0">
                <a:solidFill>
                  <a:srgbClr val="172B16"/>
                </a:solidFill>
                <a:latin typeface="Liberation Sans"/>
                <a:ea typeface="Liberation Sans"/>
                <a:cs typeface="Liberation Sans"/>
              </a:defRPr>
            </a:lvl2pPr>
            <a:lvl3pPr algn="l">
              <a:defRPr sz="2100" b="0">
                <a:solidFill>
                  <a:srgbClr val="172B16"/>
                </a:solidFill>
                <a:latin typeface="Liberation Sans"/>
                <a:ea typeface="Liberation Sans"/>
                <a:cs typeface="Liberation Sans"/>
              </a:defRPr>
            </a:lvl3pPr>
            <a:lvl4pPr algn="l">
              <a:defRPr sz="2100" b="0">
                <a:solidFill>
                  <a:srgbClr val="172B16"/>
                </a:solidFill>
                <a:latin typeface="Liberation Sans"/>
                <a:ea typeface="Liberation Sans"/>
                <a:cs typeface="Liberation Sans"/>
              </a:defRPr>
            </a:lvl4pPr>
            <a:lvl5pPr algn="l">
              <a:defRPr sz="2100" b="0">
                <a:solidFill>
                  <a:srgbClr val="172B16"/>
                </a:solidFill>
                <a:latin typeface="Liberation Sans"/>
                <a:ea typeface="Liberation Sans"/>
                <a:cs typeface="Liberation Sans"/>
              </a:defRPr>
            </a:lvl5pPr>
            <a:lvl6pPr algn="l">
              <a:defRPr sz="2100" b="0">
                <a:solidFill>
                  <a:srgbClr val="172B16"/>
                </a:solidFill>
                <a:latin typeface="Liberation Sans"/>
                <a:ea typeface="Liberation Sans"/>
                <a:cs typeface="Liberation Sans"/>
              </a:defRPr>
            </a:lvl6pPr>
            <a:lvl7pPr algn="l">
              <a:defRPr sz="2100" b="0">
                <a:solidFill>
                  <a:srgbClr val="172B16"/>
                </a:solidFill>
                <a:latin typeface="Liberation Sans"/>
                <a:ea typeface="Liberation Sans"/>
                <a:cs typeface="Liberation Sans"/>
              </a:defRPr>
            </a:lvl7pPr>
            <a:lvl8pPr algn="l">
              <a:defRPr sz="2100" b="0">
                <a:solidFill>
                  <a:srgbClr val="172B16"/>
                </a:solidFill>
                <a:latin typeface="Liberation Sans"/>
                <a:ea typeface="Liberation Sans"/>
                <a:cs typeface="Liberation Sans"/>
              </a:defRPr>
            </a:lvl8pPr>
            <a:lvl9pPr algn="l">
              <a:defRPr sz="2100" b="0">
                <a:solidFill>
                  <a:srgbClr val="172B16"/>
                </a:solidFill>
                <a:latin typeface="Liberation Sans"/>
                <a:ea typeface="Liberation Sans"/>
                <a:cs typeface="Liberation Sans"/>
              </a:defRPr>
            </a:lvl9pPr>
          </a:lstStyle>
          <a:p xmlns:a="http://schemas.openxmlformats.org/drawingml/2006/main">
            <a:pPr algn="l">
              <a:defRPr sz="2100" b="0">
                <a:solidFill>
                  <a:srgbClr val="172B16"/>
                </a:solidFill>
                <a:latin typeface="Liberation Sans"/>
                <a:ea typeface="Liberation Sans"/>
                <a:cs typeface="Liberation Sans"/>
              </a:defRPr>
            </a:pPr>
            <a:r>
              <a:rPr sz="2100" b="0">
                <a:solidFill>
                  <a:srgbClr val="172B16"/>
                </a:solidFill>
                <a:latin typeface="Liberation Sans"/>
                <a:ea typeface="Liberation Sans"/>
                <a:cs typeface="Liberation Sans"/>
              </a:rPr>
              <a:t>Alternatives to investigate: personal contacts, hardware shops and general classified listings.</a:t>
            </a:r>
          </a:p>
        </p:txBody>
      </p:sp>
    </p:spTree>
    <p:extLst>
      <p:ext uri="{BB962C8B-B14F-4D97-AF65-F5344CB8AC3E}">
        <p14:creationId xmlns:p14="http://schemas.microsoft.com/office/powerpoint/2010/main" val="19026686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1BB5BC0-28AC-4E84-AEE5-AA2BBB9EE805}"/>
              </a:ext>
            </a:extLst>
          </p:cNvPr>
          <p:cNvSpPr>
            <a:spLocks xmlns:a="http://schemas.openxmlformats.org/drawingml/2006/main" noGrp="1"/>
          </p:cNvSpPr>
          <p:nvPr/>
        </p:nvSpPr>
        <p:spPr>
          <a:xfrm xmlns:a="http://schemas.openxmlformats.org/drawingml/2006/main">
            <a:off x="533400" y="323850"/>
            <a:ext cx="9001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54F18"/>
                </a:solidFill>
                <a:latin typeface="Liberation Sans"/>
                <a:ea typeface="Liberation Sans"/>
                <a:cs typeface="Liberation Sans"/>
              </a:defRPr>
            </a:defPPr>
            <a:lvl1pPr algn="l">
              <a:defRPr sz="3225" b="1">
                <a:solidFill>
                  <a:srgbClr val="254F18"/>
                </a:solidFill>
                <a:latin typeface="Liberation Sans"/>
                <a:ea typeface="Liberation Sans"/>
                <a:cs typeface="Liberation Sans"/>
              </a:defRPr>
            </a:lvl1pPr>
            <a:lvl2pPr algn="l">
              <a:defRPr sz="3225" b="1">
                <a:solidFill>
                  <a:srgbClr val="254F18"/>
                </a:solidFill>
                <a:latin typeface="Liberation Sans"/>
                <a:ea typeface="Liberation Sans"/>
                <a:cs typeface="Liberation Sans"/>
              </a:defRPr>
            </a:lvl2pPr>
            <a:lvl3pPr algn="l">
              <a:defRPr sz="3225" b="1">
                <a:solidFill>
                  <a:srgbClr val="254F18"/>
                </a:solidFill>
                <a:latin typeface="Liberation Sans"/>
                <a:ea typeface="Liberation Sans"/>
                <a:cs typeface="Liberation Sans"/>
              </a:defRPr>
            </a:lvl3pPr>
            <a:lvl4pPr algn="l">
              <a:defRPr sz="3225" b="1">
                <a:solidFill>
                  <a:srgbClr val="254F18"/>
                </a:solidFill>
                <a:latin typeface="Liberation Sans"/>
                <a:ea typeface="Liberation Sans"/>
                <a:cs typeface="Liberation Sans"/>
              </a:defRPr>
            </a:lvl4pPr>
            <a:lvl5pPr algn="l">
              <a:defRPr sz="3225" b="1">
                <a:solidFill>
                  <a:srgbClr val="254F18"/>
                </a:solidFill>
                <a:latin typeface="Liberation Sans"/>
                <a:ea typeface="Liberation Sans"/>
                <a:cs typeface="Liberation Sans"/>
              </a:defRPr>
            </a:lvl5pPr>
            <a:lvl6pPr algn="l">
              <a:defRPr sz="3225" b="1">
                <a:solidFill>
                  <a:srgbClr val="254F18"/>
                </a:solidFill>
                <a:latin typeface="Liberation Sans"/>
                <a:ea typeface="Liberation Sans"/>
                <a:cs typeface="Liberation Sans"/>
              </a:defRPr>
            </a:lvl6pPr>
            <a:lvl7pPr algn="l">
              <a:defRPr sz="3225" b="1">
                <a:solidFill>
                  <a:srgbClr val="254F18"/>
                </a:solidFill>
                <a:latin typeface="Liberation Sans"/>
                <a:ea typeface="Liberation Sans"/>
                <a:cs typeface="Liberation Sans"/>
              </a:defRPr>
            </a:lvl7pPr>
            <a:lvl8pPr algn="l">
              <a:defRPr sz="3225" b="1">
                <a:solidFill>
                  <a:srgbClr val="254F18"/>
                </a:solidFill>
                <a:latin typeface="Liberation Sans"/>
                <a:ea typeface="Liberation Sans"/>
                <a:cs typeface="Liberation Sans"/>
              </a:defRPr>
            </a:lvl8pPr>
            <a:lvl9pPr algn="l">
              <a:defRPr sz="3225" b="1">
                <a:solidFill>
                  <a:srgbClr val="254F18"/>
                </a:solidFill>
                <a:latin typeface="Liberation Sans"/>
                <a:ea typeface="Liberation Sans"/>
                <a:cs typeface="Liberation Sans"/>
              </a:defRPr>
            </a:lvl9pPr>
          </a:lstStyle>
          <a:p xmlns:a="http://schemas.openxmlformats.org/drawingml/2006/main">
            <a:pPr algn="l">
              <a:defRPr sz="3225" b="1">
                <a:solidFill>
                  <a:srgbClr val="254F18"/>
                </a:solidFill>
                <a:latin typeface="Liberation Sans"/>
                <a:ea typeface="Liberation Sans"/>
                <a:cs typeface="Liberation Sans"/>
              </a:defRPr>
            </a:pPr>
            <a:r>
              <a:rPr sz="3225" b="1">
                <a:solidFill>
                  <a:srgbClr val="254F18"/>
                </a:solidFill>
                <a:latin typeface="Liberation Sans"/>
                <a:ea typeface="Liberation Sans"/>
                <a:cs typeface="Liberation Sans"/>
              </a:rPr>
              <a:t>Customer discovery</a:t>
            </a:r>
          </a:p>
        </p:txBody>
      </p:sp>
      <p:sp>
        <p:nvSpPr>
          <p:cNvPr id="2" name="Page">
            <a:extLst xmlns:a="http://schemas.openxmlformats.org/drawingml/2006/main">
              <a:ext uri="{FF2B5EF4-FFF2-40B4-BE49-F238E27FC236}">
                <a16:creationId xmlns:a16="http://schemas.microsoft.com/office/drawing/2014/main" id="{3375BEF2-BED8-44EA-AE9B-5B685187D33F}"/>
              </a:ext>
            </a:extLst>
          </p:cNvPr>
          <p:cNvSpPr>
            <a:spLocks xmlns:a="http://schemas.openxmlformats.org/drawingml/2006/main" noGrp="1"/>
          </p:cNvSpPr>
          <p:nvPr/>
        </p:nvSpPr>
        <p:spPr>
          <a:xfrm xmlns:a="http://schemas.openxmlformats.org/drawingml/2006/main">
            <a:off x="533400" y="5238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3A13"/>
                </a:solidFill>
                <a:latin typeface="Liberation Sans"/>
                <a:ea typeface="Liberation Sans"/>
                <a:cs typeface="Liberation Sans"/>
              </a:defRPr>
            </a:defPPr>
            <a:lvl1pPr algn="l">
              <a:defRPr sz="1500" b="0">
                <a:solidFill>
                  <a:srgbClr val="203A13"/>
                </a:solidFill>
                <a:latin typeface="Liberation Sans"/>
                <a:ea typeface="Liberation Sans"/>
                <a:cs typeface="Liberation Sans"/>
              </a:defRPr>
            </a:lvl1pPr>
            <a:lvl2pPr algn="l">
              <a:defRPr sz="1500" b="0">
                <a:solidFill>
                  <a:srgbClr val="203A13"/>
                </a:solidFill>
                <a:latin typeface="Liberation Sans"/>
                <a:ea typeface="Liberation Sans"/>
                <a:cs typeface="Liberation Sans"/>
              </a:defRPr>
            </a:lvl2pPr>
            <a:lvl3pPr algn="l">
              <a:defRPr sz="1500" b="0">
                <a:solidFill>
                  <a:srgbClr val="203A13"/>
                </a:solidFill>
                <a:latin typeface="Liberation Sans"/>
                <a:ea typeface="Liberation Sans"/>
                <a:cs typeface="Liberation Sans"/>
              </a:defRPr>
            </a:lvl3pPr>
            <a:lvl4pPr algn="l">
              <a:defRPr sz="1500" b="0">
                <a:solidFill>
                  <a:srgbClr val="203A13"/>
                </a:solidFill>
                <a:latin typeface="Liberation Sans"/>
                <a:ea typeface="Liberation Sans"/>
                <a:cs typeface="Liberation Sans"/>
              </a:defRPr>
            </a:lvl4pPr>
            <a:lvl5pPr algn="l">
              <a:defRPr sz="1500" b="0">
                <a:solidFill>
                  <a:srgbClr val="203A13"/>
                </a:solidFill>
                <a:latin typeface="Liberation Sans"/>
                <a:ea typeface="Liberation Sans"/>
                <a:cs typeface="Liberation Sans"/>
              </a:defRPr>
            </a:lvl5pPr>
            <a:lvl6pPr algn="l">
              <a:defRPr sz="1500" b="0">
                <a:solidFill>
                  <a:srgbClr val="203A13"/>
                </a:solidFill>
                <a:latin typeface="Liberation Sans"/>
                <a:ea typeface="Liberation Sans"/>
                <a:cs typeface="Liberation Sans"/>
              </a:defRPr>
            </a:lvl6pPr>
            <a:lvl7pPr algn="l">
              <a:defRPr sz="1500" b="0">
                <a:solidFill>
                  <a:srgbClr val="203A13"/>
                </a:solidFill>
                <a:latin typeface="Liberation Sans"/>
                <a:ea typeface="Liberation Sans"/>
                <a:cs typeface="Liberation Sans"/>
              </a:defRPr>
            </a:lvl7pPr>
            <a:lvl8pPr algn="l">
              <a:defRPr sz="1500" b="0">
                <a:solidFill>
                  <a:srgbClr val="203A13"/>
                </a:solidFill>
                <a:latin typeface="Liberation Sans"/>
                <a:ea typeface="Liberation Sans"/>
                <a:cs typeface="Liberation Sans"/>
              </a:defRPr>
            </a:lvl8pPr>
            <a:lvl9pPr algn="l">
              <a:defRPr sz="1500" b="0">
                <a:solidFill>
                  <a:srgbClr val="203A13"/>
                </a:solidFill>
                <a:latin typeface="Liberation Sans"/>
                <a:ea typeface="Liberation Sans"/>
                <a:cs typeface="Liberation Sans"/>
              </a:defRPr>
            </a:lvl9pPr>
          </a:lstStyle>
          <a:p xmlns:a="http://schemas.openxmlformats.org/drawingml/2006/main">
            <a:pPr algn="l">
              <a:defRPr sz="1500" b="0">
                <a:solidFill>
                  <a:srgbClr val="203A13"/>
                </a:solidFill>
                <a:latin typeface="Liberation Sans"/>
                <a:ea typeface="Liberation Sans"/>
                <a:cs typeface="Liberation Sans"/>
              </a:defRPr>
            </a:pPr>
            <a:r>
              <a:rPr sz="1500" b="0">
                <a:solidFill>
                  <a:srgbClr val="203A13"/>
                </a:solidFill>
                <a:latin typeface="Liberation Sans"/>
                <a:ea typeface="Liberation Sans"/>
                <a:cs typeface="Liberation Sans"/>
              </a:rPr>
              <a:t>4</a:t>
            </a:r>
          </a:p>
        </p:txBody>
      </p:sp>
      <p:sp>
        <p:nvSpPr>
          <p:cNvPr id="3" name="Research counts">
            <a:extLst xmlns:a="http://schemas.openxmlformats.org/drawingml/2006/main">
              <a:ext uri="{FF2B5EF4-FFF2-40B4-BE49-F238E27FC236}">
                <a16:creationId xmlns:a16="http://schemas.microsoft.com/office/drawing/2014/main" id="{215AE13B-6857-4203-A2B1-F02DAF566C93}"/>
              </a:ext>
            </a:extLst>
          </p:cNvPr>
          <p:cNvSpPr>
            <a:spLocks xmlns:a="http://schemas.openxmlformats.org/drawingml/2006/main" noGrp="1"/>
          </p:cNvSpPr>
          <p:nvPr/>
        </p:nvSpPr>
        <p:spPr>
          <a:xfrm xmlns:a="http://schemas.openxmlformats.org/drawingml/2006/main">
            <a:off x="533400" y="1209675"/>
            <a:ext cx="9001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54F18"/>
                </a:solidFill>
                <a:latin typeface="Liberation Sans"/>
                <a:ea typeface="Liberation Sans"/>
                <a:cs typeface="Liberation Sans"/>
              </a:defRPr>
            </a:defPPr>
            <a:lvl1pPr algn="l">
              <a:defRPr sz="2700" b="1">
                <a:solidFill>
                  <a:srgbClr val="254F18"/>
                </a:solidFill>
                <a:latin typeface="Liberation Sans"/>
                <a:ea typeface="Liberation Sans"/>
                <a:cs typeface="Liberation Sans"/>
              </a:defRPr>
            </a:lvl1pPr>
            <a:lvl2pPr algn="l">
              <a:defRPr sz="2700" b="1">
                <a:solidFill>
                  <a:srgbClr val="254F18"/>
                </a:solidFill>
                <a:latin typeface="Liberation Sans"/>
                <a:ea typeface="Liberation Sans"/>
                <a:cs typeface="Liberation Sans"/>
              </a:defRPr>
            </a:lvl2pPr>
            <a:lvl3pPr algn="l">
              <a:defRPr sz="2700" b="1">
                <a:solidFill>
                  <a:srgbClr val="254F18"/>
                </a:solidFill>
                <a:latin typeface="Liberation Sans"/>
                <a:ea typeface="Liberation Sans"/>
                <a:cs typeface="Liberation Sans"/>
              </a:defRPr>
            </a:lvl3pPr>
            <a:lvl4pPr algn="l">
              <a:defRPr sz="2700" b="1">
                <a:solidFill>
                  <a:srgbClr val="254F18"/>
                </a:solidFill>
                <a:latin typeface="Liberation Sans"/>
                <a:ea typeface="Liberation Sans"/>
                <a:cs typeface="Liberation Sans"/>
              </a:defRPr>
            </a:lvl4pPr>
            <a:lvl5pPr algn="l">
              <a:defRPr sz="2700" b="1">
                <a:solidFill>
                  <a:srgbClr val="254F18"/>
                </a:solidFill>
                <a:latin typeface="Liberation Sans"/>
                <a:ea typeface="Liberation Sans"/>
                <a:cs typeface="Liberation Sans"/>
              </a:defRPr>
            </a:lvl5pPr>
            <a:lvl6pPr algn="l">
              <a:defRPr sz="2700" b="1">
                <a:solidFill>
                  <a:srgbClr val="254F18"/>
                </a:solidFill>
                <a:latin typeface="Liberation Sans"/>
                <a:ea typeface="Liberation Sans"/>
                <a:cs typeface="Liberation Sans"/>
              </a:defRPr>
            </a:lvl6pPr>
            <a:lvl7pPr algn="l">
              <a:defRPr sz="2700" b="1">
                <a:solidFill>
                  <a:srgbClr val="254F18"/>
                </a:solidFill>
                <a:latin typeface="Liberation Sans"/>
                <a:ea typeface="Liberation Sans"/>
                <a:cs typeface="Liberation Sans"/>
              </a:defRPr>
            </a:lvl7pPr>
            <a:lvl8pPr algn="l">
              <a:defRPr sz="2700" b="1">
                <a:solidFill>
                  <a:srgbClr val="254F18"/>
                </a:solidFill>
                <a:latin typeface="Liberation Sans"/>
                <a:ea typeface="Liberation Sans"/>
                <a:cs typeface="Liberation Sans"/>
              </a:defRPr>
            </a:lvl8pPr>
            <a:lvl9pPr algn="l">
              <a:defRPr sz="2700" b="1">
                <a:solidFill>
                  <a:srgbClr val="254F18"/>
                </a:solidFill>
                <a:latin typeface="Liberation Sans"/>
                <a:ea typeface="Liberation Sans"/>
                <a:cs typeface="Liberation Sans"/>
              </a:defRPr>
            </a:lvl9pPr>
          </a:lstStyle>
          <a:p xmlns:a="http://schemas.openxmlformats.org/drawingml/2006/main">
            <a:pPr algn="l">
              <a:defRPr sz="2700" b="1">
                <a:solidFill>
                  <a:srgbClr val="254F18"/>
                </a:solidFill>
                <a:latin typeface="Liberation Sans"/>
                <a:ea typeface="Liberation Sans"/>
                <a:cs typeface="Liberation Sans"/>
              </a:defRPr>
            </a:pPr>
            <a:r>
              <a:rPr sz="2700" b="1">
                <a:solidFill>
                  <a:srgbClr val="254F18"/>
                </a:solidFill>
                <a:latin typeface="Liberation Sans"/>
                <a:ea typeface="Liberation Sans"/>
                <a:cs typeface="Liberation Sans"/>
              </a:rPr>
              <a:t>Completed respondents: 0</a:t>
            </a:r>
          </a:p>
          <a:p xmlns:a="http://schemas.openxmlformats.org/drawingml/2006/main">
            <a:pPr algn="l">
              <a:defRPr sz="2700" b="1">
                <a:solidFill>
                  <a:srgbClr val="254F18"/>
                </a:solidFill>
                <a:latin typeface="Liberation Sans"/>
                <a:ea typeface="Liberation Sans"/>
                <a:cs typeface="Liberation Sans"/>
              </a:defRPr>
            </a:pPr>
            <a:r>
              <a:rPr sz="2700" b="1">
                <a:solidFill>
                  <a:srgbClr val="254F18"/>
                </a:solidFill>
                <a:latin typeface="Liberation Sans"/>
                <a:ea typeface="Liberation Sans"/>
                <a:cs typeface="Liberation Sans"/>
              </a:rPr>
              <a:t>Research target: at least 10 relevant adults</a:t>
            </a:r>
          </a:p>
        </p:txBody>
      </p:sp>
      <p:sp>
        <p:nvSpPr>
          <p:cNvPr id="4" name="Research method">
            <a:extLst xmlns:a="http://schemas.openxmlformats.org/drawingml/2006/main">
              <a:ext uri="{FF2B5EF4-FFF2-40B4-BE49-F238E27FC236}">
                <a16:creationId xmlns:a16="http://schemas.microsoft.com/office/drawing/2014/main" id="{682C7816-C507-44C6-B46E-435B27661522}"/>
              </a:ext>
            </a:extLst>
          </p:cNvPr>
          <p:cNvSpPr>
            <a:spLocks xmlns:a="http://schemas.openxmlformats.org/drawingml/2006/main" noGrp="1"/>
          </p:cNvSpPr>
          <p:nvPr/>
        </p:nvSpPr>
        <p:spPr>
          <a:xfrm xmlns:a="http://schemas.openxmlformats.org/drawingml/2006/main">
            <a:off x="533400" y="2457450"/>
            <a:ext cx="9001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B16"/>
                </a:solidFill>
                <a:latin typeface="Liberation Sans"/>
                <a:ea typeface="Liberation Sans"/>
                <a:cs typeface="Liberation Sans"/>
              </a:defRPr>
            </a:defPPr>
            <a:lvl1pPr algn="l">
              <a:defRPr sz="2400" b="0">
                <a:solidFill>
                  <a:srgbClr val="172B16"/>
                </a:solidFill>
                <a:latin typeface="Liberation Sans"/>
                <a:ea typeface="Liberation Sans"/>
                <a:cs typeface="Liberation Sans"/>
              </a:defRPr>
            </a:lvl1pPr>
            <a:lvl2pPr algn="l">
              <a:defRPr sz="2400" b="0">
                <a:solidFill>
                  <a:srgbClr val="172B16"/>
                </a:solidFill>
                <a:latin typeface="Liberation Sans"/>
                <a:ea typeface="Liberation Sans"/>
                <a:cs typeface="Liberation Sans"/>
              </a:defRPr>
            </a:lvl2pPr>
            <a:lvl3pPr algn="l">
              <a:defRPr sz="2400" b="0">
                <a:solidFill>
                  <a:srgbClr val="172B16"/>
                </a:solidFill>
                <a:latin typeface="Liberation Sans"/>
                <a:ea typeface="Liberation Sans"/>
                <a:cs typeface="Liberation Sans"/>
              </a:defRPr>
            </a:lvl3pPr>
            <a:lvl4pPr algn="l">
              <a:defRPr sz="2400" b="0">
                <a:solidFill>
                  <a:srgbClr val="172B16"/>
                </a:solidFill>
                <a:latin typeface="Liberation Sans"/>
                <a:ea typeface="Liberation Sans"/>
                <a:cs typeface="Liberation Sans"/>
              </a:defRPr>
            </a:lvl4pPr>
            <a:lvl5pPr algn="l">
              <a:defRPr sz="2400" b="0">
                <a:solidFill>
                  <a:srgbClr val="172B16"/>
                </a:solidFill>
                <a:latin typeface="Liberation Sans"/>
                <a:ea typeface="Liberation Sans"/>
                <a:cs typeface="Liberation Sans"/>
              </a:defRPr>
            </a:lvl5pPr>
            <a:lvl6pPr algn="l">
              <a:defRPr sz="2400" b="0">
                <a:solidFill>
                  <a:srgbClr val="172B16"/>
                </a:solidFill>
                <a:latin typeface="Liberation Sans"/>
                <a:ea typeface="Liberation Sans"/>
                <a:cs typeface="Liberation Sans"/>
              </a:defRPr>
            </a:lvl6pPr>
            <a:lvl7pPr algn="l">
              <a:defRPr sz="2400" b="0">
                <a:solidFill>
                  <a:srgbClr val="172B16"/>
                </a:solidFill>
                <a:latin typeface="Liberation Sans"/>
                <a:ea typeface="Liberation Sans"/>
                <a:cs typeface="Liberation Sans"/>
              </a:defRPr>
            </a:lvl7pPr>
            <a:lvl8pPr algn="l">
              <a:defRPr sz="2400" b="0">
                <a:solidFill>
                  <a:srgbClr val="172B16"/>
                </a:solidFill>
                <a:latin typeface="Liberation Sans"/>
                <a:ea typeface="Liberation Sans"/>
                <a:cs typeface="Liberation Sans"/>
              </a:defRPr>
            </a:lvl8pPr>
            <a:lvl9pPr algn="l">
              <a:defRPr sz="2400" b="0">
                <a:solidFill>
                  <a:srgbClr val="172B16"/>
                </a:solidFill>
                <a:latin typeface="Liberation Sans"/>
                <a:ea typeface="Liberation Sans"/>
                <a:cs typeface="Liberation Sans"/>
              </a:defRPr>
            </a:lvl9pPr>
          </a:lstStyle>
          <a:p xmlns:a="http://schemas.openxmlformats.org/drawingml/2006/main">
            <a:pPr algn="l">
              <a:defRPr sz="2400" b="0">
                <a:solidFill>
                  <a:srgbClr val="172B16"/>
                </a:solidFill>
                <a:latin typeface="Liberation Sans"/>
                <a:ea typeface="Liberation Sans"/>
                <a:cs typeface="Liberation Sans"/>
              </a:defRPr>
            </a:pPr>
            <a:r>
              <a:rPr sz="2400" b="0">
                <a:solidFill>
                  <a:srgbClr val="172B16"/>
                </a:solidFill>
                <a:latin typeface="Liberation Sans"/>
                <a:ea typeface="Liberation Sans"/>
                <a:cs typeface="Liberation Sans"/>
              </a:rPr>
              <a:t>Remote interviews and an optional online questionnaire will explore recent experiences, alternatives and costs.</a:t>
            </a:r>
          </a:p>
        </p:txBody>
      </p:sp>
      <p:sp>
        <p:nvSpPr>
          <p:cNvPr id="5" name="Evidence status">
            <a:extLst xmlns:a="http://schemas.openxmlformats.org/drawingml/2006/main">
              <a:ext uri="{FF2B5EF4-FFF2-40B4-BE49-F238E27FC236}">
                <a16:creationId xmlns:a16="http://schemas.microsoft.com/office/drawing/2014/main" id="{05ED0804-8C45-4545-8386-6278C4331E36}"/>
              </a:ext>
            </a:extLst>
          </p:cNvPr>
          <p:cNvSpPr>
            <a:spLocks xmlns:a="http://schemas.openxmlformats.org/drawingml/2006/main" noGrp="1"/>
          </p:cNvSpPr>
          <p:nvPr/>
        </p:nvSpPr>
        <p:spPr>
          <a:xfrm xmlns:a="http://schemas.openxmlformats.org/drawingml/2006/main">
            <a:off x="533400" y="3571875"/>
            <a:ext cx="700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B16"/>
                </a:solidFill>
                <a:latin typeface="Liberation Sans"/>
                <a:ea typeface="Liberation Sans"/>
                <a:cs typeface="Liberation Sans"/>
              </a:defRPr>
            </a:defPPr>
            <a:lvl1pPr algn="l">
              <a:defRPr sz="2250" b="0">
                <a:solidFill>
                  <a:srgbClr val="172B16"/>
                </a:solidFill>
                <a:latin typeface="Liberation Sans"/>
                <a:ea typeface="Liberation Sans"/>
                <a:cs typeface="Liberation Sans"/>
              </a:defRPr>
            </a:lvl1pPr>
            <a:lvl2pPr algn="l">
              <a:defRPr sz="2250" b="0">
                <a:solidFill>
                  <a:srgbClr val="172B16"/>
                </a:solidFill>
                <a:latin typeface="Liberation Sans"/>
                <a:ea typeface="Liberation Sans"/>
                <a:cs typeface="Liberation Sans"/>
              </a:defRPr>
            </a:lvl2pPr>
            <a:lvl3pPr algn="l">
              <a:defRPr sz="2250" b="0">
                <a:solidFill>
                  <a:srgbClr val="172B16"/>
                </a:solidFill>
                <a:latin typeface="Liberation Sans"/>
                <a:ea typeface="Liberation Sans"/>
                <a:cs typeface="Liberation Sans"/>
              </a:defRPr>
            </a:lvl3pPr>
            <a:lvl4pPr algn="l">
              <a:defRPr sz="2250" b="0">
                <a:solidFill>
                  <a:srgbClr val="172B16"/>
                </a:solidFill>
                <a:latin typeface="Liberation Sans"/>
                <a:ea typeface="Liberation Sans"/>
                <a:cs typeface="Liberation Sans"/>
              </a:defRPr>
            </a:lvl4pPr>
            <a:lvl5pPr algn="l">
              <a:defRPr sz="2250" b="0">
                <a:solidFill>
                  <a:srgbClr val="172B16"/>
                </a:solidFill>
                <a:latin typeface="Liberation Sans"/>
                <a:ea typeface="Liberation Sans"/>
                <a:cs typeface="Liberation Sans"/>
              </a:defRPr>
            </a:lvl5pPr>
            <a:lvl6pPr algn="l">
              <a:defRPr sz="2250" b="0">
                <a:solidFill>
                  <a:srgbClr val="172B16"/>
                </a:solidFill>
                <a:latin typeface="Liberation Sans"/>
                <a:ea typeface="Liberation Sans"/>
                <a:cs typeface="Liberation Sans"/>
              </a:defRPr>
            </a:lvl6pPr>
            <a:lvl7pPr algn="l">
              <a:defRPr sz="2250" b="0">
                <a:solidFill>
                  <a:srgbClr val="172B16"/>
                </a:solidFill>
                <a:latin typeface="Liberation Sans"/>
                <a:ea typeface="Liberation Sans"/>
                <a:cs typeface="Liberation Sans"/>
              </a:defRPr>
            </a:lvl7pPr>
            <a:lvl8pPr algn="l">
              <a:defRPr sz="2250" b="0">
                <a:solidFill>
                  <a:srgbClr val="172B16"/>
                </a:solidFill>
                <a:latin typeface="Liberation Sans"/>
                <a:ea typeface="Liberation Sans"/>
                <a:cs typeface="Liberation Sans"/>
              </a:defRPr>
            </a:lvl8pPr>
            <a:lvl9pPr algn="l">
              <a:defRPr sz="2250" b="0">
                <a:solidFill>
                  <a:srgbClr val="172B16"/>
                </a:solidFill>
                <a:latin typeface="Liberation Sans"/>
                <a:ea typeface="Liberation Sans"/>
                <a:cs typeface="Liberation Sans"/>
              </a:defRPr>
            </a:lvl9pPr>
          </a:lstStyle>
          <a:p xmlns:a="http://schemas.openxmlformats.org/drawingml/2006/main">
            <a:pPr algn="l">
              <a:defRPr sz="2250" b="0">
                <a:solidFill>
                  <a:srgbClr val="172B16"/>
                </a:solidFill>
                <a:latin typeface="Liberation Sans"/>
                <a:ea typeface="Liberation Sans"/>
                <a:cs typeface="Liberation Sans"/>
              </a:defRPr>
            </a:pPr>
            <a:r>
              <a:rPr sz="2250" b="0">
                <a:solidFill>
                  <a:srgbClr val="172B16"/>
                </a:solidFill>
                <a:latin typeface="Liberation Sans"/>
                <a:ea typeface="Liberation Sans"/>
                <a:cs typeface="Liberation Sans"/>
              </a:rPr>
              <a:t>Customer findings and anonymised fieldwork records are pending.</a:t>
            </a:r>
          </a:p>
        </p:txBody>
      </p:sp>
      <p:sp>
        <p:nvSpPr>
          <p:cNvPr id="6" name="Survey link">
            <a:extLst xmlns:a="http://schemas.openxmlformats.org/drawingml/2006/main">
              <a:ext uri="{FF2B5EF4-FFF2-40B4-BE49-F238E27FC236}">
                <a16:creationId xmlns:a16="http://schemas.microsoft.com/office/drawing/2014/main" id="{2D27B532-1FD1-40D6-8413-5BC33C2A2D7D}"/>
              </a:ext>
            </a:extLst>
          </p:cNvPr>
          <p:cNvSpPr>
            <a:spLocks xmlns:a="http://schemas.openxmlformats.org/drawingml/2006/main" noGrp="1"/>
          </p:cNvSpPr>
          <p:nvPr/>
        </p:nvSpPr>
        <p:spPr>
          <a:xfrm xmlns:a="http://schemas.openxmlformats.org/drawingml/2006/main">
            <a:off x="533400" y="438150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54F18"/>
                </a:solidFill>
                <a:latin typeface="Liberation Sans"/>
                <a:ea typeface="Liberation Sans"/>
                <a:cs typeface="Liberation Sans"/>
              </a:defRPr>
            </a:defPPr>
            <a:lvl1pPr algn="l">
              <a:defRPr sz="2025" b="1">
                <a:solidFill>
                  <a:srgbClr val="254F18"/>
                </a:solidFill>
                <a:latin typeface="Liberation Sans"/>
                <a:ea typeface="Liberation Sans"/>
                <a:cs typeface="Liberation Sans"/>
              </a:defRPr>
            </a:lvl1pPr>
            <a:lvl2pPr algn="l">
              <a:defRPr sz="2025" b="1">
                <a:solidFill>
                  <a:srgbClr val="254F18"/>
                </a:solidFill>
                <a:latin typeface="Liberation Sans"/>
                <a:ea typeface="Liberation Sans"/>
                <a:cs typeface="Liberation Sans"/>
              </a:defRPr>
            </a:lvl2pPr>
            <a:lvl3pPr algn="l">
              <a:defRPr sz="2025" b="1">
                <a:solidFill>
                  <a:srgbClr val="254F18"/>
                </a:solidFill>
                <a:latin typeface="Liberation Sans"/>
                <a:ea typeface="Liberation Sans"/>
                <a:cs typeface="Liberation Sans"/>
              </a:defRPr>
            </a:lvl3pPr>
            <a:lvl4pPr algn="l">
              <a:defRPr sz="2025" b="1">
                <a:solidFill>
                  <a:srgbClr val="254F18"/>
                </a:solidFill>
                <a:latin typeface="Liberation Sans"/>
                <a:ea typeface="Liberation Sans"/>
                <a:cs typeface="Liberation Sans"/>
              </a:defRPr>
            </a:lvl4pPr>
            <a:lvl5pPr algn="l">
              <a:defRPr sz="2025" b="1">
                <a:solidFill>
                  <a:srgbClr val="254F18"/>
                </a:solidFill>
                <a:latin typeface="Liberation Sans"/>
                <a:ea typeface="Liberation Sans"/>
                <a:cs typeface="Liberation Sans"/>
              </a:defRPr>
            </a:lvl5pPr>
            <a:lvl6pPr algn="l">
              <a:defRPr sz="2025" b="1">
                <a:solidFill>
                  <a:srgbClr val="254F18"/>
                </a:solidFill>
                <a:latin typeface="Liberation Sans"/>
                <a:ea typeface="Liberation Sans"/>
                <a:cs typeface="Liberation Sans"/>
              </a:defRPr>
            </a:lvl6pPr>
            <a:lvl7pPr algn="l">
              <a:defRPr sz="2025" b="1">
                <a:solidFill>
                  <a:srgbClr val="254F18"/>
                </a:solidFill>
                <a:latin typeface="Liberation Sans"/>
                <a:ea typeface="Liberation Sans"/>
                <a:cs typeface="Liberation Sans"/>
              </a:defRPr>
            </a:lvl7pPr>
            <a:lvl8pPr algn="l">
              <a:defRPr sz="2025" b="1">
                <a:solidFill>
                  <a:srgbClr val="254F18"/>
                </a:solidFill>
                <a:latin typeface="Liberation Sans"/>
                <a:ea typeface="Liberation Sans"/>
                <a:cs typeface="Liberation Sans"/>
              </a:defRPr>
            </a:lvl8pPr>
            <a:lvl9pPr algn="l">
              <a:defRPr sz="2025" b="1">
                <a:solidFill>
                  <a:srgbClr val="254F18"/>
                </a:solidFill>
                <a:latin typeface="Liberation Sans"/>
                <a:ea typeface="Liberation Sans"/>
                <a:cs typeface="Liberation Sans"/>
              </a:defRPr>
            </a:lvl9pPr>
          </a:lstStyle>
          <a:p xmlns:a="http://schemas.openxmlformats.org/drawingml/2006/main">
            <a:pPr algn="l">
              <a:defRPr sz="2025" b="1">
                <a:solidFill>
                  <a:srgbClr val="254F18"/>
                </a:solidFill>
                <a:latin typeface="Liberation Sans"/>
                <a:ea typeface="Liberation Sans"/>
                <a:cs typeface="Liberation Sans"/>
              </a:defRPr>
            </a:pPr>
            <a:r>
              <a:rPr sz="2025" b="1">
                <a:solidFill>
                  <a:srgbClr val="254F18"/>
                </a:solidFill>
                <a:latin typeface="Liberation Sans"/>
                <a:ea typeface="Liberation Sans"/>
                <a:cs typeface="Liberation Sans"/>
                <a:hlinkClick xmlns:r="http://schemas.openxmlformats.org/officeDocument/2006/relationships" r:id="R5ebcfb53894748ae"/>
              </a:rPr>
              <a:t>Customer questionnaire</a:t>
            </a:r>
          </a:p>
        </p:txBody>
      </p:sp>
    </p:spTree>
    <p:extLst>
      <p:ext uri="{BB962C8B-B14F-4D97-AF65-F5344CB8AC3E}">
        <p14:creationId xmlns:p14="http://schemas.microsoft.com/office/powerpoint/2010/main" val="190266865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ABE6F2A-55E0-4962-B0A4-F3B0AB52DDF4}"/>
              </a:ext>
            </a:extLst>
          </p:cNvPr>
          <p:cNvSpPr>
            <a:spLocks xmlns:a="http://schemas.openxmlformats.org/drawingml/2006/main" noGrp="1"/>
          </p:cNvSpPr>
          <p:nvPr/>
        </p:nvSpPr>
        <p:spPr>
          <a:xfrm xmlns:a="http://schemas.openxmlformats.org/drawingml/2006/main">
            <a:off x="533400" y="323850"/>
            <a:ext cx="9001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54F18"/>
                </a:solidFill>
                <a:latin typeface="Liberation Sans"/>
                <a:ea typeface="Liberation Sans"/>
                <a:cs typeface="Liberation Sans"/>
              </a:defRPr>
            </a:defPPr>
            <a:lvl1pPr algn="l">
              <a:defRPr sz="3225" b="1">
                <a:solidFill>
                  <a:srgbClr val="254F18"/>
                </a:solidFill>
                <a:latin typeface="Liberation Sans"/>
                <a:ea typeface="Liberation Sans"/>
                <a:cs typeface="Liberation Sans"/>
              </a:defRPr>
            </a:lvl1pPr>
            <a:lvl2pPr algn="l">
              <a:defRPr sz="3225" b="1">
                <a:solidFill>
                  <a:srgbClr val="254F18"/>
                </a:solidFill>
                <a:latin typeface="Liberation Sans"/>
                <a:ea typeface="Liberation Sans"/>
                <a:cs typeface="Liberation Sans"/>
              </a:defRPr>
            </a:lvl2pPr>
            <a:lvl3pPr algn="l">
              <a:defRPr sz="3225" b="1">
                <a:solidFill>
                  <a:srgbClr val="254F18"/>
                </a:solidFill>
                <a:latin typeface="Liberation Sans"/>
                <a:ea typeface="Liberation Sans"/>
                <a:cs typeface="Liberation Sans"/>
              </a:defRPr>
            </a:lvl3pPr>
            <a:lvl4pPr algn="l">
              <a:defRPr sz="3225" b="1">
                <a:solidFill>
                  <a:srgbClr val="254F18"/>
                </a:solidFill>
                <a:latin typeface="Liberation Sans"/>
                <a:ea typeface="Liberation Sans"/>
                <a:cs typeface="Liberation Sans"/>
              </a:defRPr>
            </a:lvl4pPr>
            <a:lvl5pPr algn="l">
              <a:defRPr sz="3225" b="1">
                <a:solidFill>
                  <a:srgbClr val="254F18"/>
                </a:solidFill>
                <a:latin typeface="Liberation Sans"/>
                <a:ea typeface="Liberation Sans"/>
                <a:cs typeface="Liberation Sans"/>
              </a:defRPr>
            </a:lvl5pPr>
            <a:lvl6pPr algn="l">
              <a:defRPr sz="3225" b="1">
                <a:solidFill>
                  <a:srgbClr val="254F18"/>
                </a:solidFill>
                <a:latin typeface="Liberation Sans"/>
                <a:ea typeface="Liberation Sans"/>
                <a:cs typeface="Liberation Sans"/>
              </a:defRPr>
            </a:lvl6pPr>
            <a:lvl7pPr algn="l">
              <a:defRPr sz="3225" b="1">
                <a:solidFill>
                  <a:srgbClr val="254F18"/>
                </a:solidFill>
                <a:latin typeface="Liberation Sans"/>
                <a:ea typeface="Liberation Sans"/>
                <a:cs typeface="Liberation Sans"/>
              </a:defRPr>
            </a:lvl7pPr>
            <a:lvl8pPr algn="l">
              <a:defRPr sz="3225" b="1">
                <a:solidFill>
                  <a:srgbClr val="254F18"/>
                </a:solidFill>
                <a:latin typeface="Liberation Sans"/>
                <a:ea typeface="Liberation Sans"/>
                <a:cs typeface="Liberation Sans"/>
              </a:defRPr>
            </a:lvl8pPr>
            <a:lvl9pPr algn="l">
              <a:defRPr sz="3225" b="1">
                <a:solidFill>
                  <a:srgbClr val="254F18"/>
                </a:solidFill>
                <a:latin typeface="Liberation Sans"/>
                <a:ea typeface="Liberation Sans"/>
                <a:cs typeface="Liberation Sans"/>
              </a:defRPr>
            </a:lvl9pPr>
          </a:lstStyle>
          <a:p xmlns:a="http://schemas.openxmlformats.org/drawingml/2006/main">
            <a:pPr algn="l">
              <a:defRPr sz="3225" b="1">
                <a:solidFill>
                  <a:srgbClr val="254F18"/>
                </a:solidFill>
                <a:latin typeface="Liberation Sans"/>
                <a:ea typeface="Liberation Sans"/>
                <a:cs typeface="Liberation Sans"/>
              </a:defRPr>
            </a:pPr>
            <a:r>
              <a:rPr sz="3225" b="1">
                <a:solidFill>
                  <a:srgbClr val="254F18"/>
                </a:solidFill>
                <a:latin typeface="Liberation Sans"/>
                <a:ea typeface="Liberation Sans"/>
                <a:cs typeface="Liberation Sans"/>
              </a:rPr>
              <a:t>Proposed opportunity and assumptions</a:t>
            </a:r>
          </a:p>
        </p:txBody>
      </p:sp>
      <p:sp>
        <p:nvSpPr>
          <p:cNvPr id="2" name="Page">
            <a:extLst xmlns:a="http://schemas.openxmlformats.org/drawingml/2006/main">
              <a:ext uri="{FF2B5EF4-FFF2-40B4-BE49-F238E27FC236}">
                <a16:creationId xmlns:a16="http://schemas.microsoft.com/office/drawing/2014/main" id="{732E2954-8A80-4AF0-9A5D-9F59F23CDC78}"/>
              </a:ext>
            </a:extLst>
          </p:cNvPr>
          <p:cNvSpPr>
            <a:spLocks xmlns:a="http://schemas.openxmlformats.org/drawingml/2006/main" noGrp="1"/>
          </p:cNvSpPr>
          <p:nvPr/>
        </p:nvSpPr>
        <p:spPr>
          <a:xfrm xmlns:a="http://schemas.openxmlformats.org/drawingml/2006/main">
            <a:off x="533400" y="5238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3A13"/>
                </a:solidFill>
                <a:latin typeface="Liberation Sans"/>
                <a:ea typeface="Liberation Sans"/>
                <a:cs typeface="Liberation Sans"/>
              </a:defRPr>
            </a:defPPr>
            <a:lvl1pPr algn="l">
              <a:defRPr sz="1500" b="0">
                <a:solidFill>
                  <a:srgbClr val="203A13"/>
                </a:solidFill>
                <a:latin typeface="Liberation Sans"/>
                <a:ea typeface="Liberation Sans"/>
                <a:cs typeface="Liberation Sans"/>
              </a:defRPr>
            </a:lvl1pPr>
            <a:lvl2pPr algn="l">
              <a:defRPr sz="1500" b="0">
                <a:solidFill>
                  <a:srgbClr val="203A13"/>
                </a:solidFill>
                <a:latin typeface="Liberation Sans"/>
                <a:ea typeface="Liberation Sans"/>
                <a:cs typeface="Liberation Sans"/>
              </a:defRPr>
            </a:lvl2pPr>
            <a:lvl3pPr algn="l">
              <a:defRPr sz="1500" b="0">
                <a:solidFill>
                  <a:srgbClr val="203A13"/>
                </a:solidFill>
                <a:latin typeface="Liberation Sans"/>
                <a:ea typeface="Liberation Sans"/>
                <a:cs typeface="Liberation Sans"/>
              </a:defRPr>
            </a:lvl3pPr>
            <a:lvl4pPr algn="l">
              <a:defRPr sz="1500" b="0">
                <a:solidFill>
                  <a:srgbClr val="203A13"/>
                </a:solidFill>
                <a:latin typeface="Liberation Sans"/>
                <a:ea typeface="Liberation Sans"/>
                <a:cs typeface="Liberation Sans"/>
              </a:defRPr>
            </a:lvl4pPr>
            <a:lvl5pPr algn="l">
              <a:defRPr sz="1500" b="0">
                <a:solidFill>
                  <a:srgbClr val="203A13"/>
                </a:solidFill>
                <a:latin typeface="Liberation Sans"/>
                <a:ea typeface="Liberation Sans"/>
                <a:cs typeface="Liberation Sans"/>
              </a:defRPr>
            </a:lvl5pPr>
            <a:lvl6pPr algn="l">
              <a:defRPr sz="1500" b="0">
                <a:solidFill>
                  <a:srgbClr val="203A13"/>
                </a:solidFill>
                <a:latin typeface="Liberation Sans"/>
                <a:ea typeface="Liberation Sans"/>
                <a:cs typeface="Liberation Sans"/>
              </a:defRPr>
            </a:lvl6pPr>
            <a:lvl7pPr algn="l">
              <a:defRPr sz="1500" b="0">
                <a:solidFill>
                  <a:srgbClr val="203A13"/>
                </a:solidFill>
                <a:latin typeface="Liberation Sans"/>
                <a:ea typeface="Liberation Sans"/>
                <a:cs typeface="Liberation Sans"/>
              </a:defRPr>
            </a:lvl7pPr>
            <a:lvl8pPr algn="l">
              <a:defRPr sz="1500" b="0">
                <a:solidFill>
                  <a:srgbClr val="203A13"/>
                </a:solidFill>
                <a:latin typeface="Liberation Sans"/>
                <a:ea typeface="Liberation Sans"/>
                <a:cs typeface="Liberation Sans"/>
              </a:defRPr>
            </a:lvl8pPr>
            <a:lvl9pPr algn="l">
              <a:defRPr sz="1500" b="0">
                <a:solidFill>
                  <a:srgbClr val="203A13"/>
                </a:solidFill>
                <a:latin typeface="Liberation Sans"/>
                <a:ea typeface="Liberation Sans"/>
                <a:cs typeface="Liberation Sans"/>
              </a:defRPr>
            </a:lvl9pPr>
          </a:lstStyle>
          <a:p xmlns:a="http://schemas.openxmlformats.org/drawingml/2006/main">
            <a:pPr algn="l">
              <a:defRPr sz="1500" b="0">
                <a:solidFill>
                  <a:srgbClr val="203A13"/>
                </a:solidFill>
                <a:latin typeface="Liberation Sans"/>
                <a:ea typeface="Liberation Sans"/>
                <a:cs typeface="Liberation Sans"/>
              </a:defRPr>
            </a:pPr>
            <a:r>
              <a:rPr sz="1500" b="0">
                <a:solidFill>
                  <a:srgbClr val="203A13"/>
                </a:solidFill>
                <a:latin typeface="Liberation Sans"/>
                <a:ea typeface="Liberation Sans"/>
                <a:cs typeface="Liberation Sans"/>
              </a:rPr>
              <a:t>5</a:t>
            </a:r>
          </a:p>
        </p:txBody>
      </p:sp>
      <p:sp>
        <p:nvSpPr>
          <p:cNvPr id="3" name="Concept">
            <a:extLst xmlns:a="http://schemas.openxmlformats.org/drawingml/2006/main">
              <a:ext uri="{FF2B5EF4-FFF2-40B4-BE49-F238E27FC236}">
                <a16:creationId xmlns:a16="http://schemas.microsoft.com/office/drawing/2014/main" id="{9E93EC63-E559-4AE4-AEDB-7708841A9D4A}"/>
              </a:ext>
            </a:extLst>
          </p:cNvPr>
          <p:cNvSpPr>
            <a:spLocks xmlns:a="http://schemas.openxmlformats.org/drawingml/2006/main" noGrp="1"/>
          </p:cNvSpPr>
          <p:nvPr/>
        </p:nvSpPr>
        <p:spPr>
          <a:xfrm xmlns:a="http://schemas.openxmlformats.org/drawingml/2006/main">
            <a:off x="533400" y="1171575"/>
            <a:ext cx="9001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B16"/>
                </a:solidFill>
                <a:latin typeface="Liberation Sans"/>
                <a:ea typeface="Liberation Sans"/>
                <a:cs typeface="Liberation Sans"/>
              </a:defRPr>
            </a:defPPr>
            <a:lvl1pPr algn="l">
              <a:defRPr sz="2400" b="0">
                <a:solidFill>
                  <a:srgbClr val="172B16"/>
                </a:solidFill>
                <a:latin typeface="Liberation Sans"/>
                <a:ea typeface="Liberation Sans"/>
                <a:cs typeface="Liberation Sans"/>
              </a:defRPr>
            </a:lvl1pPr>
            <a:lvl2pPr algn="l">
              <a:defRPr sz="2400" b="0">
                <a:solidFill>
                  <a:srgbClr val="172B16"/>
                </a:solidFill>
                <a:latin typeface="Liberation Sans"/>
                <a:ea typeface="Liberation Sans"/>
                <a:cs typeface="Liberation Sans"/>
              </a:defRPr>
            </a:lvl2pPr>
            <a:lvl3pPr algn="l">
              <a:defRPr sz="2400" b="0">
                <a:solidFill>
                  <a:srgbClr val="172B16"/>
                </a:solidFill>
                <a:latin typeface="Liberation Sans"/>
                <a:ea typeface="Liberation Sans"/>
                <a:cs typeface="Liberation Sans"/>
              </a:defRPr>
            </a:lvl3pPr>
            <a:lvl4pPr algn="l">
              <a:defRPr sz="2400" b="0">
                <a:solidFill>
                  <a:srgbClr val="172B16"/>
                </a:solidFill>
                <a:latin typeface="Liberation Sans"/>
                <a:ea typeface="Liberation Sans"/>
                <a:cs typeface="Liberation Sans"/>
              </a:defRPr>
            </a:lvl4pPr>
            <a:lvl5pPr algn="l">
              <a:defRPr sz="2400" b="0">
                <a:solidFill>
                  <a:srgbClr val="172B16"/>
                </a:solidFill>
                <a:latin typeface="Liberation Sans"/>
                <a:ea typeface="Liberation Sans"/>
                <a:cs typeface="Liberation Sans"/>
              </a:defRPr>
            </a:lvl5pPr>
            <a:lvl6pPr algn="l">
              <a:defRPr sz="2400" b="0">
                <a:solidFill>
                  <a:srgbClr val="172B16"/>
                </a:solidFill>
                <a:latin typeface="Liberation Sans"/>
                <a:ea typeface="Liberation Sans"/>
                <a:cs typeface="Liberation Sans"/>
              </a:defRPr>
            </a:lvl6pPr>
            <a:lvl7pPr algn="l">
              <a:defRPr sz="2400" b="0">
                <a:solidFill>
                  <a:srgbClr val="172B16"/>
                </a:solidFill>
                <a:latin typeface="Liberation Sans"/>
                <a:ea typeface="Liberation Sans"/>
                <a:cs typeface="Liberation Sans"/>
              </a:defRPr>
            </a:lvl7pPr>
            <a:lvl8pPr algn="l">
              <a:defRPr sz="2400" b="0">
                <a:solidFill>
                  <a:srgbClr val="172B16"/>
                </a:solidFill>
                <a:latin typeface="Liberation Sans"/>
                <a:ea typeface="Liberation Sans"/>
                <a:cs typeface="Liberation Sans"/>
              </a:defRPr>
            </a:lvl8pPr>
            <a:lvl9pPr algn="l">
              <a:defRPr sz="2400" b="0">
                <a:solidFill>
                  <a:srgbClr val="172B16"/>
                </a:solidFill>
                <a:latin typeface="Liberation Sans"/>
                <a:ea typeface="Liberation Sans"/>
                <a:cs typeface="Liberation Sans"/>
              </a:defRPr>
            </a:lvl9pPr>
          </a:lstStyle>
          <a:p xmlns:a="http://schemas.openxmlformats.org/drawingml/2006/main">
            <a:pPr algn="l">
              <a:defRPr sz="2400" b="0">
                <a:solidFill>
                  <a:srgbClr val="172B16"/>
                </a:solidFill>
                <a:latin typeface="Liberation Sans"/>
                <a:ea typeface="Liberation Sans"/>
                <a:cs typeface="Liberation Sans"/>
              </a:defRPr>
            </a:pPr>
            <a:r>
              <a:rPr sz="2400" b="0">
                <a:solidFill>
                  <a:srgbClr val="172B16"/>
                </a:solidFill>
                <a:latin typeface="Liberation Sans"/>
                <a:ea typeface="Liberation Sans"/>
                <a:cs typeface="Liberation Sans"/>
              </a:rPr>
              <a:t>A local marketplace for listing usable surplus, finding relevant materials and arranging inspection and collection.</a:t>
            </a:r>
          </a:p>
        </p:txBody>
      </p:sp>
      <p:sp>
        <p:nvSpPr>
          <p:cNvPr id="4" name="Value">
            <a:extLst xmlns:a="http://schemas.openxmlformats.org/drawingml/2006/main">
              <a:ext uri="{FF2B5EF4-FFF2-40B4-BE49-F238E27FC236}">
                <a16:creationId xmlns:a16="http://schemas.microsoft.com/office/drawing/2014/main" id="{FD0ED4F6-33CC-4EB5-973D-0E9F03A660F7}"/>
              </a:ext>
            </a:extLst>
          </p:cNvPr>
          <p:cNvSpPr>
            <a:spLocks xmlns:a="http://schemas.openxmlformats.org/drawingml/2006/main" noGrp="1"/>
          </p:cNvSpPr>
          <p:nvPr/>
        </p:nvSpPr>
        <p:spPr>
          <a:xfrm xmlns:a="http://schemas.openxmlformats.org/drawingml/2006/main">
            <a:off x="533400" y="2238375"/>
            <a:ext cx="90011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72B16"/>
                </a:solidFill>
                <a:latin typeface="Liberation Sans"/>
                <a:ea typeface="Liberation Sans"/>
                <a:cs typeface="Liberation Sans"/>
              </a:defRPr>
            </a:defPPr>
            <a:lvl1pPr algn="l">
              <a:defRPr sz="2325" b="0">
                <a:solidFill>
                  <a:srgbClr val="172B16"/>
                </a:solidFill>
                <a:latin typeface="Liberation Sans"/>
                <a:ea typeface="Liberation Sans"/>
                <a:cs typeface="Liberation Sans"/>
              </a:defRPr>
            </a:lvl1pPr>
            <a:lvl2pPr algn="l">
              <a:defRPr sz="2325" b="0">
                <a:solidFill>
                  <a:srgbClr val="172B16"/>
                </a:solidFill>
                <a:latin typeface="Liberation Sans"/>
                <a:ea typeface="Liberation Sans"/>
                <a:cs typeface="Liberation Sans"/>
              </a:defRPr>
            </a:lvl2pPr>
            <a:lvl3pPr algn="l">
              <a:defRPr sz="2325" b="0">
                <a:solidFill>
                  <a:srgbClr val="172B16"/>
                </a:solidFill>
                <a:latin typeface="Liberation Sans"/>
                <a:ea typeface="Liberation Sans"/>
                <a:cs typeface="Liberation Sans"/>
              </a:defRPr>
            </a:lvl3pPr>
            <a:lvl4pPr algn="l">
              <a:defRPr sz="2325" b="0">
                <a:solidFill>
                  <a:srgbClr val="172B16"/>
                </a:solidFill>
                <a:latin typeface="Liberation Sans"/>
                <a:ea typeface="Liberation Sans"/>
                <a:cs typeface="Liberation Sans"/>
              </a:defRPr>
            </a:lvl4pPr>
            <a:lvl5pPr algn="l">
              <a:defRPr sz="2325" b="0">
                <a:solidFill>
                  <a:srgbClr val="172B16"/>
                </a:solidFill>
                <a:latin typeface="Liberation Sans"/>
                <a:ea typeface="Liberation Sans"/>
                <a:cs typeface="Liberation Sans"/>
              </a:defRPr>
            </a:lvl5pPr>
            <a:lvl6pPr algn="l">
              <a:defRPr sz="2325" b="0">
                <a:solidFill>
                  <a:srgbClr val="172B16"/>
                </a:solidFill>
                <a:latin typeface="Liberation Sans"/>
                <a:ea typeface="Liberation Sans"/>
                <a:cs typeface="Liberation Sans"/>
              </a:defRPr>
            </a:lvl6pPr>
            <a:lvl7pPr algn="l">
              <a:defRPr sz="2325" b="0">
                <a:solidFill>
                  <a:srgbClr val="172B16"/>
                </a:solidFill>
                <a:latin typeface="Liberation Sans"/>
                <a:ea typeface="Liberation Sans"/>
                <a:cs typeface="Liberation Sans"/>
              </a:defRPr>
            </a:lvl7pPr>
            <a:lvl8pPr algn="l">
              <a:defRPr sz="2325" b="0">
                <a:solidFill>
                  <a:srgbClr val="172B16"/>
                </a:solidFill>
                <a:latin typeface="Liberation Sans"/>
                <a:ea typeface="Liberation Sans"/>
                <a:cs typeface="Liberation Sans"/>
              </a:defRPr>
            </a:lvl8pPr>
            <a:lvl9pPr algn="l">
              <a:defRPr sz="2325" b="0">
                <a:solidFill>
                  <a:srgbClr val="172B16"/>
                </a:solidFill>
                <a:latin typeface="Liberation Sans"/>
                <a:ea typeface="Liberation Sans"/>
                <a:cs typeface="Liberation Sans"/>
              </a:defRPr>
            </a:lvl9pPr>
          </a:lstStyle>
          <a:p xmlns:a="http://schemas.openxmlformats.org/drawingml/2006/main">
            <a:pPr algn="l">
              <a:defRPr sz="2325" b="0">
                <a:solidFill>
                  <a:srgbClr val="172B16"/>
                </a:solidFill>
                <a:latin typeface="Liberation Sans"/>
                <a:ea typeface="Liberation Sans"/>
                <a:cs typeface="Liberation Sans"/>
              </a:defRPr>
            </a:pPr>
            <a:r>
              <a:rPr sz="2325" b="0">
                <a:solidFill>
                  <a:srgbClr val="172B16"/>
                </a:solidFill>
                <a:latin typeface="Liberation Sans"/>
                <a:ea typeface="Liberation Sans"/>
                <a:cs typeface="Liberation Sans"/>
              </a:rPr>
              <a:t>Intended value: less search effort and a clearer route from surplus to reuse.</a:t>
            </a:r>
          </a:p>
        </p:txBody>
      </p:sp>
      <p:sp>
        <p:nvSpPr>
          <p:cNvPr id="5" name="Assumptions">
            <a:extLst xmlns:a="http://schemas.openxmlformats.org/drawingml/2006/main">
              <a:ext uri="{FF2B5EF4-FFF2-40B4-BE49-F238E27FC236}">
                <a16:creationId xmlns:a16="http://schemas.microsoft.com/office/drawing/2014/main" id="{C61EF7A4-D8E3-4984-9F67-DACE6FD449A8}"/>
              </a:ext>
            </a:extLst>
          </p:cNvPr>
          <p:cNvSpPr>
            <a:spLocks xmlns:a="http://schemas.openxmlformats.org/drawingml/2006/main" noGrp="1"/>
          </p:cNvSpPr>
          <p:nvPr/>
        </p:nvSpPr>
        <p:spPr>
          <a:xfrm xmlns:a="http://schemas.openxmlformats.org/drawingml/2006/main">
            <a:off x="533400" y="3209925"/>
            <a:ext cx="70008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B16"/>
                </a:solidFill>
                <a:latin typeface="Liberation Sans"/>
                <a:ea typeface="Liberation Sans"/>
                <a:cs typeface="Liberation Sans"/>
              </a:defRPr>
            </a:defPPr>
            <a:lvl1pPr algn="l">
              <a:defRPr sz="2175" b="0">
                <a:solidFill>
                  <a:srgbClr val="172B16"/>
                </a:solidFill>
                <a:latin typeface="Liberation Sans"/>
                <a:ea typeface="Liberation Sans"/>
                <a:cs typeface="Liberation Sans"/>
              </a:defRPr>
            </a:lvl1pPr>
            <a:lvl2pPr algn="l">
              <a:defRPr sz="2175" b="0">
                <a:solidFill>
                  <a:srgbClr val="172B16"/>
                </a:solidFill>
                <a:latin typeface="Liberation Sans"/>
                <a:ea typeface="Liberation Sans"/>
                <a:cs typeface="Liberation Sans"/>
              </a:defRPr>
            </a:lvl2pPr>
            <a:lvl3pPr algn="l">
              <a:defRPr sz="2175" b="0">
                <a:solidFill>
                  <a:srgbClr val="172B16"/>
                </a:solidFill>
                <a:latin typeface="Liberation Sans"/>
                <a:ea typeface="Liberation Sans"/>
                <a:cs typeface="Liberation Sans"/>
              </a:defRPr>
            </a:lvl3pPr>
            <a:lvl4pPr algn="l">
              <a:defRPr sz="2175" b="0">
                <a:solidFill>
                  <a:srgbClr val="172B16"/>
                </a:solidFill>
                <a:latin typeface="Liberation Sans"/>
                <a:ea typeface="Liberation Sans"/>
                <a:cs typeface="Liberation Sans"/>
              </a:defRPr>
            </a:lvl4pPr>
            <a:lvl5pPr algn="l">
              <a:defRPr sz="2175" b="0">
                <a:solidFill>
                  <a:srgbClr val="172B16"/>
                </a:solidFill>
                <a:latin typeface="Liberation Sans"/>
                <a:ea typeface="Liberation Sans"/>
                <a:cs typeface="Liberation Sans"/>
              </a:defRPr>
            </a:lvl5pPr>
            <a:lvl6pPr algn="l">
              <a:defRPr sz="2175" b="0">
                <a:solidFill>
                  <a:srgbClr val="172B16"/>
                </a:solidFill>
                <a:latin typeface="Liberation Sans"/>
                <a:ea typeface="Liberation Sans"/>
                <a:cs typeface="Liberation Sans"/>
              </a:defRPr>
            </a:lvl6pPr>
            <a:lvl7pPr algn="l">
              <a:defRPr sz="2175" b="0">
                <a:solidFill>
                  <a:srgbClr val="172B16"/>
                </a:solidFill>
                <a:latin typeface="Liberation Sans"/>
                <a:ea typeface="Liberation Sans"/>
                <a:cs typeface="Liberation Sans"/>
              </a:defRPr>
            </a:lvl7pPr>
            <a:lvl8pPr algn="l">
              <a:defRPr sz="2175" b="0">
                <a:solidFill>
                  <a:srgbClr val="172B16"/>
                </a:solidFill>
                <a:latin typeface="Liberation Sans"/>
                <a:ea typeface="Liberation Sans"/>
                <a:cs typeface="Liberation Sans"/>
              </a:defRPr>
            </a:lvl8pPr>
            <a:lvl9pPr algn="l">
              <a:defRPr sz="2175" b="0">
                <a:solidFill>
                  <a:srgbClr val="172B16"/>
                </a:solidFill>
                <a:latin typeface="Liberation Sans"/>
                <a:ea typeface="Liberation Sans"/>
                <a:cs typeface="Liberation Sans"/>
              </a:defRPr>
            </a:lvl9pPr>
          </a:lstStyle>
          <a:p xmlns:a="http://schemas.openxmlformats.org/drawingml/2006/main">
            <a:pPr algn="l">
              <a:defRPr sz="2175" b="0">
                <a:solidFill>
                  <a:srgbClr val="172B16"/>
                </a:solidFill>
                <a:latin typeface="Liberation Sans"/>
                <a:ea typeface="Liberation Sans"/>
                <a:cs typeface="Liberation Sans"/>
              </a:defRPr>
            </a:pPr>
            <a:r>
              <a:rPr sz="2175" b="0">
                <a:solidFill>
                  <a:srgbClr val="172B16"/>
                </a:solidFill>
                <a:latin typeface="Liberation Sans"/>
                <a:ea typeface="Liberation Sans"/>
                <a:cs typeface="Liberation Sans"/>
              </a:rPr>
              <a:t>1. Sellers have usable surplus worth listing</a:t>
            </a:r>
          </a:p>
          <a:p xmlns:a="http://schemas.openxmlformats.org/drawingml/2006/main">
            <a:pPr algn="l">
              <a:defRPr sz="2175" b="0">
                <a:solidFill>
                  <a:srgbClr val="172B16"/>
                </a:solidFill>
                <a:latin typeface="Liberation Sans"/>
                <a:ea typeface="Liberation Sans"/>
                <a:cs typeface="Liberation Sans"/>
              </a:defRPr>
            </a:pPr>
            <a:r>
              <a:rPr sz="2175" b="0">
                <a:solidFill>
                  <a:srgbClr val="172B16"/>
                </a:solidFill>
                <a:latin typeface="Liberation Sans"/>
                <a:ea typeface="Liberation Sans"/>
                <a:cs typeface="Liberation Sans"/>
              </a:rPr>
              <a:t>2. Buyers accept suitable reused materials</a:t>
            </a:r>
          </a:p>
          <a:p xmlns:a="http://schemas.openxmlformats.org/drawingml/2006/main">
            <a:pPr algn="l">
              <a:defRPr sz="2175" b="0">
                <a:solidFill>
                  <a:srgbClr val="172B16"/>
                </a:solidFill>
                <a:latin typeface="Liberation Sans"/>
                <a:ea typeface="Liberation Sans"/>
                <a:cs typeface="Liberation Sans"/>
              </a:defRPr>
            </a:pPr>
            <a:r>
              <a:rPr sz="2175" b="0">
                <a:solidFill>
                  <a:srgbClr val="172B16"/>
                </a:solidFill>
                <a:latin typeface="Liberation Sans"/>
                <a:ea typeface="Liberation Sans"/>
                <a:cs typeface="Liberation Sans"/>
              </a:rPr>
              <a:t>3. Collection costs leave a worthwhile saving</a:t>
            </a:r>
          </a:p>
        </p:txBody>
      </p:sp>
    </p:spTree>
    <p:extLst>
      <p:ext uri="{BB962C8B-B14F-4D97-AF65-F5344CB8AC3E}">
        <p14:creationId xmlns:p14="http://schemas.microsoft.com/office/powerpoint/2010/main" val="190266865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94BD368-96B3-40E9-BA59-7658FF47D3DF}"/>
              </a:ext>
            </a:extLst>
          </p:cNvPr>
          <p:cNvSpPr>
            <a:spLocks xmlns:a="http://schemas.openxmlformats.org/drawingml/2006/main" noGrp="1"/>
          </p:cNvSpPr>
          <p:nvPr/>
        </p:nvSpPr>
        <p:spPr>
          <a:xfrm xmlns:a="http://schemas.openxmlformats.org/drawingml/2006/main">
            <a:off x="533400" y="323850"/>
            <a:ext cx="9001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54F18"/>
                </a:solidFill>
                <a:latin typeface="Liberation Sans"/>
                <a:ea typeface="Liberation Sans"/>
                <a:cs typeface="Liberation Sans"/>
              </a:defRPr>
            </a:defPPr>
            <a:lvl1pPr algn="l">
              <a:defRPr sz="3225" b="1">
                <a:solidFill>
                  <a:srgbClr val="254F18"/>
                </a:solidFill>
                <a:latin typeface="Liberation Sans"/>
                <a:ea typeface="Liberation Sans"/>
                <a:cs typeface="Liberation Sans"/>
              </a:defRPr>
            </a:lvl1pPr>
            <a:lvl2pPr algn="l">
              <a:defRPr sz="3225" b="1">
                <a:solidFill>
                  <a:srgbClr val="254F18"/>
                </a:solidFill>
                <a:latin typeface="Liberation Sans"/>
                <a:ea typeface="Liberation Sans"/>
                <a:cs typeface="Liberation Sans"/>
              </a:defRPr>
            </a:lvl2pPr>
            <a:lvl3pPr algn="l">
              <a:defRPr sz="3225" b="1">
                <a:solidFill>
                  <a:srgbClr val="254F18"/>
                </a:solidFill>
                <a:latin typeface="Liberation Sans"/>
                <a:ea typeface="Liberation Sans"/>
                <a:cs typeface="Liberation Sans"/>
              </a:defRPr>
            </a:lvl3pPr>
            <a:lvl4pPr algn="l">
              <a:defRPr sz="3225" b="1">
                <a:solidFill>
                  <a:srgbClr val="254F18"/>
                </a:solidFill>
                <a:latin typeface="Liberation Sans"/>
                <a:ea typeface="Liberation Sans"/>
                <a:cs typeface="Liberation Sans"/>
              </a:defRPr>
            </a:lvl4pPr>
            <a:lvl5pPr algn="l">
              <a:defRPr sz="3225" b="1">
                <a:solidFill>
                  <a:srgbClr val="254F18"/>
                </a:solidFill>
                <a:latin typeface="Liberation Sans"/>
                <a:ea typeface="Liberation Sans"/>
                <a:cs typeface="Liberation Sans"/>
              </a:defRPr>
            </a:lvl5pPr>
            <a:lvl6pPr algn="l">
              <a:defRPr sz="3225" b="1">
                <a:solidFill>
                  <a:srgbClr val="254F18"/>
                </a:solidFill>
                <a:latin typeface="Liberation Sans"/>
                <a:ea typeface="Liberation Sans"/>
                <a:cs typeface="Liberation Sans"/>
              </a:defRPr>
            </a:lvl6pPr>
            <a:lvl7pPr algn="l">
              <a:defRPr sz="3225" b="1">
                <a:solidFill>
                  <a:srgbClr val="254F18"/>
                </a:solidFill>
                <a:latin typeface="Liberation Sans"/>
                <a:ea typeface="Liberation Sans"/>
                <a:cs typeface="Liberation Sans"/>
              </a:defRPr>
            </a:lvl7pPr>
            <a:lvl8pPr algn="l">
              <a:defRPr sz="3225" b="1">
                <a:solidFill>
                  <a:srgbClr val="254F18"/>
                </a:solidFill>
                <a:latin typeface="Liberation Sans"/>
                <a:ea typeface="Liberation Sans"/>
                <a:cs typeface="Liberation Sans"/>
              </a:defRPr>
            </a:lvl8pPr>
            <a:lvl9pPr algn="l">
              <a:defRPr sz="3225" b="1">
                <a:solidFill>
                  <a:srgbClr val="254F18"/>
                </a:solidFill>
                <a:latin typeface="Liberation Sans"/>
                <a:ea typeface="Liberation Sans"/>
                <a:cs typeface="Liberation Sans"/>
              </a:defRPr>
            </a:lvl9pPr>
          </a:lstStyle>
          <a:p xmlns:a="http://schemas.openxmlformats.org/drawingml/2006/main">
            <a:pPr algn="l">
              <a:defRPr sz="3225" b="1">
                <a:solidFill>
                  <a:srgbClr val="254F18"/>
                </a:solidFill>
                <a:latin typeface="Liberation Sans"/>
                <a:ea typeface="Liberation Sans"/>
                <a:cs typeface="Liberation Sans"/>
              </a:defRPr>
            </a:pPr>
            <a:r>
              <a:rPr sz="3225" b="1">
                <a:solidFill>
                  <a:srgbClr val="254F18"/>
                </a:solidFill>
                <a:latin typeface="Liberation Sans"/>
                <a:ea typeface="Liberation Sans"/>
                <a:cs typeface="Liberation Sans"/>
              </a:rPr>
              <a:t>Next phase and video index</a:t>
            </a:r>
          </a:p>
        </p:txBody>
      </p:sp>
      <p:sp>
        <p:nvSpPr>
          <p:cNvPr id="2" name="Page">
            <a:extLst xmlns:a="http://schemas.openxmlformats.org/drawingml/2006/main">
              <a:ext uri="{FF2B5EF4-FFF2-40B4-BE49-F238E27FC236}">
                <a16:creationId xmlns:a16="http://schemas.microsoft.com/office/drawing/2014/main" id="{36D8ECDF-08EC-468F-ADE8-E09385A1F3AF}"/>
              </a:ext>
            </a:extLst>
          </p:cNvPr>
          <p:cNvSpPr>
            <a:spLocks xmlns:a="http://schemas.openxmlformats.org/drawingml/2006/main" noGrp="1"/>
          </p:cNvSpPr>
          <p:nvPr/>
        </p:nvSpPr>
        <p:spPr>
          <a:xfrm xmlns:a="http://schemas.openxmlformats.org/drawingml/2006/main">
            <a:off x="533400" y="5238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3A13"/>
                </a:solidFill>
                <a:latin typeface="Liberation Sans"/>
                <a:ea typeface="Liberation Sans"/>
                <a:cs typeface="Liberation Sans"/>
              </a:defRPr>
            </a:defPPr>
            <a:lvl1pPr algn="l">
              <a:defRPr sz="1500" b="0">
                <a:solidFill>
                  <a:srgbClr val="203A13"/>
                </a:solidFill>
                <a:latin typeface="Liberation Sans"/>
                <a:ea typeface="Liberation Sans"/>
                <a:cs typeface="Liberation Sans"/>
              </a:defRPr>
            </a:lvl1pPr>
            <a:lvl2pPr algn="l">
              <a:defRPr sz="1500" b="0">
                <a:solidFill>
                  <a:srgbClr val="203A13"/>
                </a:solidFill>
                <a:latin typeface="Liberation Sans"/>
                <a:ea typeface="Liberation Sans"/>
                <a:cs typeface="Liberation Sans"/>
              </a:defRPr>
            </a:lvl2pPr>
            <a:lvl3pPr algn="l">
              <a:defRPr sz="1500" b="0">
                <a:solidFill>
                  <a:srgbClr val="203A13"/>
                </a:solidFill>
                <a:latin typeface="Liberation Sans"/>
                <a:ea typeface="Liberation Sans"/>
                <a:cs typeface="Liberation Sans"/>
              </a:defRPr>
            </a:lvl3pPr>
            <a:lvl4pPr algn="l">
              <a:defRPr sz="1500" b="0">
                <a:solidFill>
                  <a:srgbClr val="203A13"/>
                </a:solidFill>
                <a:latin typeface="Liberation Sans"/>
                <a:ea typeface="Liberation Sans"/>
                <a:cs typeface="Liberation Sans"/>
              </a:defRPr>
            </a:lvl4pPr>
            <a:lvl5pPr algn="l">
              <a:defRPr sz="1500" b="0">
                <a:solidFill>
                  <a:srgbClr val="203A13"/>
                </a:solidFill>
                <a:latin typeface="Liberation Sans"/>
                <a:ea typeface="Liberation Sans"/>
                <a:cs typeface="Liberation Sans"/>
              </a:defRPr>
            </a:lvl5pPr>
            <a:lvl6pPr algn="l">
              <a:defRPr sz="1500" b="0">
                <a:solidFill>
                  <a:srgbClr val="203A13"/>
                </a:solidFill>
                <a:latin typeface="Liberation Sans"/>
                <a:ea typeface="Liberation Sans"/>
                <a:cs typeface="Liberation Sans"/>
              </a:defRPr>
            </a:lvl6pPr>
            <a:lvl7pPr algn="l">
              <a:defRPr sz="1500" b="0">
                <a:solidFill>
                  <a:srgbClr val="203A13"/>
                </a:solidFill>
                <a:latin typeface="Liberation Sans"/>
                <a:ea typeface="Liberation Sans"/>
                <a:cs typeface="Liberation Sans"/>
              </a:defRPr>
            </a:lvl7pPr>
            <a:lvl8pPr algn="l">
              <a:defRPr sz="1500" b="0">
                <a:solidFill>
                  <a:srgbClr val="203A13"/>
                </a:solidFill>
                <a:latin typeface="Liberation Sans"/>
                <a:ea typeface="Liberation Sans"/>
                <a:cs typeface="Liberation Sans"/>
              </a:defRPr>
            </a:lvl8pPr>
            <a:lvl9pPr algn="l">
              <a:defRPr sz="1500" b="0">
                <a:solidFill>
                  <a:srgbClr val="203A13"/>
                </a:solidFill>
                <a:latin typeface="Liberation Sans"/>
                <a:ea typeface="Liberation Sans"/>
                <a:cs typeface="Liberation Sans"/>
              </a:defRPr>
            </a:lvl9pPr>
          </a:lstStyle>
          <a:p xmlns:a="http://schemas.openxmlformats.org/drawingml/2006/main">
            <a:pPr algn="l">
              <a:defRPr sz="1500" b="0">
                <a:solidFill>
                  <a:srgbClr val="203A13"/>
                </a:solidFill>
                <a:latin typeface="Liberation Sans"/>
                <a:ea typeface="Liberation Sans"/>
                <a:cs typeface="Liberation Sans"/>
              </a:defRPr>
            </a:pPr>
            <a:r>
              <a:rPr sz="1500" b="0">
                <a:solidFill>
                  <a:srgbClr val="203A13"/>
                </a:solidFill>
                <a:latin typeface="Liberation Sans"/>
                <a:ea typeface="Liberation Sans"/>
                <a:cs typeface="Liberation Sans"/>
              </a:rPr>
              <a:t>6</a:t>
            </a:r>
          </a:p>
        </p:txBody>
      </p:sp>
      <p:sp>
        <p:nvSpPr>
          <p:cNvPr id="3" name="Week2">
            <a:extLst xmlns:a="http://schemas.openxmlformats.org/drawingml/2006/main">
              <a:ext uri="{FF2B5EF4-FFF2-40B4-BE49-F238E27FC236}">
                <a16:creationId xmlns:a16="http://schemas.microsoft.com/office/drawing/2014/main" id="{DC8DAE44-3B1D-4A87-A112-24CC01157F1D}"/>
              </a:ext>
            </a:extLst>
          </p:cNvPr>
          <p:cNvSpPr>
            <a:spLocks xmlns:a="http://schemas.openxmlformats.org/drawingml/2006/main" noGrp="1"/>
          </p:cNvSpPr>
          <p:nvPr/>
        </p:nvSpPr>
        <p:spPr>
          <a:xfrm xmlns:a="http://schemas.openxmlformats.org/drawingml/2006/main">
            <a:off x="533400" y="1181100"/>
            <a:ext cx="9001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B16"/>
                </a:solidFill>
                <a:latin typeface="Liberation Sans"/>
                <a:ea typeface="Liberation Sans"/>
                <a:cs typeface="Liberation Sans"/>
              </a:defRPr>
            </a:defPPr>
            <a:lvl1pPr algn="l">
              <a:defRPr sz="2400" b="0">
                <a:solidFill>
                  <a:srgbClr val="172B16"/>
                </a:solidFill>
                <a:latin typeface="Liberation Sans"/>
                <a:ea typeface="Liberation Sans"/>
                <a:cs typeface="Liberation Sans"/>
              </a:defRPr>
            </a:lvl1pPr>
            <a:lvl2pPr algn="l">
              <a:defRPr sz="2400" b="0">
                <a:solidFill>
                  <a:srgbClr val="172B16"/>
                </a:solidFill>
                <a:latin typeface="Liberation Sans"/>
                <a:ea typeface="Liberation Sans"/>
                <a:cs typeface="Liberation Sans"/>
              </a:defRPr>
            </a:lvl2pPr>
            <a:lvl3pPr algn="l">
              <a:defRPr sz="2400" b="0">
                <a:solidFill>
                  <a:srgbClr val="172B16"/>
                </a:solidFill>
                <a:latin typeface="Liberation Sans"/>
                <a:ea typeface="Liberation Sans"/>
                <a:cs typeface="Liberation Sans"/>
              </a:defRPr>
            </a:lvl3pPr>
            <a:lvl4pPr algn="l">
              <a:defRPr sz="2400" b="0">
                <a:solidFill>
                  <a:srgbClr val="172B16"/>
                </a:solidFill>
                <a:latin typeface="Liberation Sans"/>
                <a:ea typeface="Liberation Sans"/>
                <a:cs typeface="Liberation Sans"/>
              </a:defRPr>
            </a:lvl4pPr>
            <a:lvl5pPr algn="l">
              <a:defRPr sz="2400" b="0">
                <a:solidFill>
                  <a:srgbClr val="172B16"/>
                </a:solidFill>
                <a:latin typeface="Liberation Sans"/>
                <a:ea typeface="Liberation Sans"/>
                <a:cs typeface="Liberation Sans"/>
              </a:defRPr>
            </a:lvl5pPr>
            <a:lvl6pPr algn="l">
              <a:defRPr sz="2400" b="0">
                <a:solidFill>
                  <a:srgbClr val="172B16"/>
                </a:solidFill>
                <a:latin typeface="Liberation Sans"/>
                <a:ea typeface="Liberation Sans"/>
                <a:cs typeface="Liberation Sans"/>
              </a:defRPr>
            </a:lvl6pPr>
            <a:lvl7pPr algn="l">
              <a:defRPr sz="2400" b="0">
                <a:solidFill>
                  <a:srgbClr val="172B16"/>
                </a:solidFill>
                <a:latin typeface="Liberation Sans"/>
                <a:ea typeface="Liberation Sans"/>
                <a:cs typeface="Liberation Sans"/>
              </a:defRPr>
            </a:lvl7pPr>
            <a:lvl8pPr algn="l">
              <a:defRPr sz="2400" b="0">
                <a:solidFill>
                  <a:srgbClr val="172B16"/>
                </a:solidFill>
                <a:latin typeface="Liberation Sans"/>
                <a:ea typeface="Liberation Sans"/>
                <a:cs typeface="Liberation Sans"/>
              </a:defRPr>
            </a:lvl8pPr>
            <a:lvl9pPr algn="l">
              <a:defRPr sz="2400" b="0">
                <a:solidFill>
                  <a:srgbClr val="172B16"/>
                </a:solidFill>
                <a:latin typeface="Liberation Sans"/>
                <a:ea typeface="Liberation Sans"/>
                <a:cs typeface="Liberation Sans"/>
              </a:defRPr>
            </a:lvl9pPr>
          </a:lstStyle>
          <a:p xmlns:a="http://schemas.openxmlformats.org/drawingml/2006/main">
            <a:pPr algn="l">
              <a:defRPr sz="2400" b="0">
                <a:solidFill>
                  <a:srgbClr val="172B16"/>
                </a:solidFill>
                <a:latin typeface="Liberation Sans"/>
                <a:ea typeface="Liberation Sans"/>
                <a:cs typeface="Liberation Sans"/>
              </a:defRPr>
            </a:pPr>
            <a:r>
              <a:rPr sz="2400" b="0">
                <a:solidFill>
                  <a:srgbClr val="172B16"/>
                </a:solidFill>
                <a:latin typeface="Liberation Sans"/>
                <a:ea typeface="Liberation Sans"/>
                <a:cs typeface="Liberation Sans"/>
              </a:rPr>
              <a:t>Week 2: customer persona, paper and digital wireframes, five-person prototype feedback and the nine-block canvas.</a:t>
            </a:r>
          </a:p>
        </p:txBody>
      </p:sp>
      <p:graphicFrame>
        <p:nvGraphicFramePr>
          <p:cNvPr id="4" name="">
            <a:extLst xmlns:a="http://schemas.openxmlformats.org/drawingml/2006/main">
              <a:ext uri="{FF2B5EF4-FFF2-40B4-BE49-F238E27FC236}">
                <a16:creationId xmlns:a16="http://schemas.microsoft.com/office/drawing/2014/main" id="{D55E4AB3-21B3-48DB-B621-1D346CAC9DFB}"/>
              </a:ext>
            </a:extLst>
          </p:cNvPr>
          <p:cNvGraphicFramePr/>
          <p:nvPr/>
        </p:nvGraphicFramePr>
        <p:xfrm>
          <a:off xmlns:a="http://schemas.openxmlformats.org/drawingml/2006/main" x="533400" y="2409825"/>
          <a:ext xmlns:a="http://schemas.openxmlformats.org/drawingml/2006/main" cx="9001125" cy="1676400"/>
        </p:xfrm>
        <a:graphic xmlns:a="http://schemas.openxmlformats.org/drawingml/2006/main">
          <a:graphicData uri="http://schemas.openxmlformats.org/drawingml/2006/table">
            <a:tbl>
              <a:tblPr/>
              <a:tblGrid>
                <a:gridCol w="952500"/>
                <a:gridCol w="6191250"/>
                <a:gridCol w="1857375"/>
              </a:tblGrid>
              <a:tr h="419100">
                <a:tc>
                  <a:txBody>
                    <a:bodyPr lIns="85725" tIns="85725" rIns="85725" bIns="85725"/>
                    <a:lstStyle/>
                    <a:p>
                      <a:pPr algn="l"/>
                      <a:r>
                        <a:rPr sz="1800" b="1">
                          <a:solidFill>
                            <a:srgbClr val="172B16"/>
                          </a:solidFill>
                          <a:latin typeface="Liberation Sans"/>
                          <a:ea typeface="Liberation Sans"/>
                          <a:cs typeface="Liberation Sans"/>
                        </a:rPr>
                        <a:t>Video</a:t>
                      </a:r>
                    </a:p>
                  </a:txBody>
                  <a:tcPr marL="91440" marR="91440" marT="45720" marB="45720" anchor="ctr">
                    <a:lnL w="6668">
                      <a:solidFill>
                        <a:srgbClr val="A4B699"/>
                      </a:solidFill>
                      <a:prstDash val="solid"/>
                    </a:lnL>
                    <a:lnR w="6668">
                      <a:solidFill>
                        <a:srgbClr val="A4B699"/>
                      </a:solidFill>
                      <a:prstDash val="solid"/>
                    </a:lnR>
                    <a:lnT w="6668">
                      <a:solidFill>
                        <a:srgbClr val="A4B699"/>
                      </a:solidFill>
                      <a:prstDash val="solid"/>
                    </a:lnT>
                    <a:lnB w="6668">
                      <a:solidFill>
                        <a:srgbClr val="A4B699"/>
                      </a:solidFill>
                      <a:prstDash val="solid"/>
                    </a:lnB>
                    <a:solidFill>
                      <a:srgbClr val="E6F0DD"/>
                    </a:solidFill>
                  </a:tcPr>
                </a:tc>
                <a:tc>
                  <a:txBody>
                    <a:bodyPr lIns="85725" tIns="85725" rIns="85725" bIns="85725"/>
                    <a:lstStyle/>
                    <a:p>
                      <a:pPr algn="l"/>
                      <a:r>
                        <a:rPr sz="1800" b="1">
                          <a:solidFill>
                            <a:srgbClr val="172B16"/>
                          </a:solidFill>
                          <a:latin typeface="Liberation Sans"/>
                          <a:ea typeface="Liberation Sans"/>
                          <a:cs typeface="Liberation Sans"/>
                        </a:rPr>
                        <a:t>Required recording</a:t>
                      </a:r>
                    </a:p>
                  </a:txBody>
                  <a:tcPr marL="91440" marR="91440" marT="45720" marB="45720" anchor="ctr">
                    <a:lnR w="6668">
                      <a:solidFill>
                        <a:srgbClr val="A4B699"/>
                      </a:solidFill>
                      <a:prstDash val="solid"/>
                    </a:lnR>
                    <a:lnT w="6668">
                      <a:solidFill>
                        <a:srgbClr val="A4B699"/>
                      </a:solidFill>
                      <a:prstDash val="solid"/>
                    </a:lnT>
                    <a:lnB w="6668">
                      <a:solidFill>
                        <a:srgbClr val="A4B699"/>
                      </a:solidFill>
                      <a:prstDash val="solid"/>
                    </a:lnB>
                    <a:solidFill>
                      <a:srgbClr val="E6F0DD"/>
                    </a:solidFill>
                  </a:tcPr>
                </a:tc>
                <a:tc>
                  <a:txBody>
                    <a:bodyPr lIns="85725" tIns="85725" rIns="85725" bIns="85725"/>
                    <a:lstStyle/>
                    <a:p>
                      <a:pPr algn="l"/>
                      <a:r>
                        <a:rPr sz="1800" b="1">
                          <a:solidFill>
                            <a:srgbClr val="172B16"/>
                          </a:solidFill>
                          <a:latin typeface="Liberation Sans"/>
                          <a:ea typeface="Liberation Sans"/>
                          <a:cs typeface="Liberation Sans"/>
                        </a:rPr>
                        <a:t>Link</a:t>
                      </a:r>
                    </a:p>
                  </a:txBody>
                  <a:tcPr marL="91440" marR="91440" marT="45720" marB="45720" anchor="ctr">
                    <a:lnR w="6668">
                      <a:solidFill>
                        <a:srgbClr val="A4B699"/>
                      </a:solidFill>
                      <a:prstDash val="solid"/>
                    </a:lnR>
                    <a:lnT w="6668">
                      <a:solidFill>
                        <a:srgbClr val="A4B699"/>
                      </a:solidFill>
                      <a:prstDash val="solid"/>
                    </a:lnT>
                    <a:lnB w="6668">
                      <a:solidFill>
                        <a:srgbClr val="A4B699"/>
                      </a:solidFill>
                      <a:prstDash val="solid"/>
                    </a:lnB>
                    <a:solidFill>
                      <a:srgbClr val="E6F0DD"/>
                    </a:solidFill>
                  </a:tcPr>
                </a:tc>
              </a:tr>
              <a:tr h="419100">
                <a:tc>
                  <a:txBody>
                    <a:bodyPr lIns="85725" tIns="85725" rIns="85725" bIns="85725"/>
                    <a:lstStyle/>
                    <a:p>
                      <a:pPr algn="l"/>
                      <a:r>
                        <a:rPr sz="1800" b="0">
                          <a:solidFill>
                            <a:srgbClr val="172B16"/>
                          </a:solidFill>
                          <a:latin typeface="Liberation Sans"/>
                          <a:ea typeface="Liberation Sans"/>
                          <a:cs typeface="Liberation Sans"/>
                        </a:rPr>
                        <a:t>V01</a:t>
                      </a:r>
                    </a:p>
                  </a:txBody>
                  <a:tcPr marL="91440" marR="91440" marT="45720" marB="45720" anchor="ctr">
                    <a:lnL w="6668">
                      <a:solidFill>
                        <a:srgbClr val="A4B699"/>
                      </a:solidFill>
                      <a:prstDash val="solid"/>
                    </a:lnL>
                    <a:lnR w="6668">
                      <a:solidFill>
                        <a:srgbClr val="A4B699"/>
                      </a:solidFill>
                      <a:prstDash val="solid"/>
                    </a:lnR>
                    <a:lnB w="6668">
                      <a:solidFill>
                        <a:srgbClr val="A4B699"/>
                      </a:solidFill>
                      <a:prstDash val="solid"/>
                    </a:lnB>
                    <a:solidFill>
                      <a:srgbClr val="FFFFFF"/>
                    </a:solidFill>
                  </a:tcPr>
                </a:tc>
                <a:tc>
                  <a:txBody>
                    <a:bodyPr lIns="85725" tIns="85725" rIns="85725" bIns="85725"/>
                    <a:lstStyle/>
                    <a:p>
                      <a:pPr algn="l"/>
                      <a:r>
                        <a:rPr sz="1800" b="0">
                          <a:solidFill>
                            <a:srgbClr val="172B16"/>
                          </a:solidFill>
                          <a:latin typeface="Liberation Sans"/>
                          <a:ea typeface="Liberation Sans"/>
                          <a:cs typeface="Liberation Sans"/>
                        </a:rPr>
                        <a:t>Group presentation, 15 minutes</a:t>
                      </a:r>
                    </a:p>
                  </a:txBody>
                  <a:tcPr marL="91440" marR="91440" marT="45720" marB="45720" anchor="ctr">
                    <a:lnR w="6668">
                      <a:solidFill>
                        <a:srgbClr val="A4B699"/>
                      </a:solidFill>
                      <a:prstDash val="solid"/>
                    </a:lnR>
                    <a:lnB w="6668">
                      <a:solidFill>
                        <a:srgbClr val="A4B699"/>
                      </a:solidFill>
                      <a:prstDash val="solid"/>
                    </a:lnB>
                    <a:solidFill>
                      <a:srgbClr val="FFFFFF"/>
                    </a:solidFill>
                  </a:tcPr>
                </a:tc>
                <a:tc>
                  <a:txBody>
                    <a:bodyPr lIns="85725" tIns="85725" rIns="85725" bIns="85725"/>
                    <a:lstStyle/>
                    <a:p>
                      <a:pPr algn="l"/>
                      <a:r>
                        <a:rPr sz="1800" b="0">
                          <a:solidFill>
                            <a:srgbClr val="172B16"/>
                          </a:solidFill>
                          <a:latin typeface="Liberation Sans"/>
                          <a:ea typeface="Liberation Sans"/>
                          <a:cs typeface="Liberation Sans"/>
                        </a:rPr>
                        <a:t>Pending</a:t>
                      </a:r>
                    </a:p>
                  </a:txBody>
                  <a:tcPr marL="91440" marR="91440" marT="45720" marB="45720" anchor="ctr">
                    <a:lnR w="6668">
                      <a:solidFill>
                        <a:srgbClr val="A4B699"/>
                      </a:solidFill>
                      <a:prstDash val="solid"/>
                    </a:lnR>
                    <a:lnB w="6668">
                      <a:solidFill>
                        <a:srgbClr val="A4B699"/>
                      </a:solidFill>
                      <a:prstDash val="solid"/>
                    </a:lnB>
                    <a:solidFill>
                      <a:srgbClr val="FFFFFF"/>
                    </a:solidFill>
                  </a:tcPr>
                </a:tc>
              </a:tr>
              <a:tr h="419100">
                <a:tc>
                  <a:txBody>
                    <a:bodyPr lIns="85725" tIns="85725" rIns="85725" bIns="85725"/>
                    <a:lstStyle/>
                    <a:p>
                      <a:pPr algn="l"/>
                      <a:r>
                        <a:rPr sz="1800" b="0">
                          <a:solidFill>
                            <a:srgbClr val="172B16"/>
                          </a:solidFill>
                          <a:latin typeface="Liberation Sans"/>
                          <a:ea typeface="Liberation Sans"/>
                          <a:cs typeface="Liberation Sans"/>
                        </a:rPr>
                        <a:t>V02</a:t>
                      </a:r>
                    </a:p>
                  </a:txBody>
                  <a:tcPr marL="91440" marR="91440" marT="45720" marB="45720" anchor="ctr">
                    <a:lnL w="6668">
                      <a:solidFill>
                        <a:srgbClr val="A4B699"/>
                      </a:solidFill>
                      <a:prstDash val="solid"/>
                    </a:lnL>
                    <a:lnR w="6668">
                      <a:solidFill>
                        <a:srgbClr val="A4B699"/>
                      </a:solidFill>
                      <a:prstDash val="solid"/>
                    </a:lnR>
                    <a:lnB w="6668">
                      <a:solidFill>
                        <a:srgbClr val="A4B699"/>
                      </a:solidFill>
                      <a:prstDash val="solid"/>
                    </a:lnB>
                    <a:solidFill>
                      <a:srgbClr val="FFFFFF"/>
                    </a:solidFill>
                  </a:tcPr>
                </a:tc>
                <a:tc>
                  <a:txBody>
                    <a:bodyPr lIns="85725" tIns="85725" rIns="85725" bIns="85725"/>
                    <a:lstStyle/>
                    <a:p>
                      <a:pPr algn="l"/>
                      <a:r>
                        <a:rPr sz="1800" b="0">
                          <a:solidFill>
                            <a:srgbClr val="172B16"/>
                          </a:solidFill>
                          <a:latin typeface="Liberation Sans"/>
                          <a:ea typeface="Liberation Sans"/>
                          <a:cs typeface="Liberation Sans"/>
                        </a:rPr>
                        <a:t>Fieldwork and findings, 5-8 minutes</a:t>
                      </a:r>
                    </a:p>
                  </a:txBody>
                  <a:tcPr marL="91440" marR="91440" marT="45720" marB="45720" anchor="ctr">
                    <a:lnR w="6668">
                      <a:solidFill>
                        <a:srgbClr val="A4B699"/>
                      </a:solidFill>
                      <a:prstDash val="solid"/>
                    </a:lnR>
                    <a:lnB w="6668">
                      <a:solidFill>
                        <a:srgbClr val="A4B699"/>
                      </a:solidFill>
                      <a:prstDash val="solid"/>
                    </a:lnB>
                    <a:solidFill>
                      <a:srgbClr val="FFFFFF"/>
                    </a:solidFill>
                  </a:tcPr>
                </a:tc>
                <a:tc>
                  <a:txBody>
                    <a:bodyPr lIns="85725" tIns="85725" rIns="85725" bIns="85725"/>
                    <a:lstStyle/>
                    <a:p>
                      <a:pPr algn="l"/>
                      <a:r>
                        <a:rPr sz="1800" b="0">
                          <a:solidFill>
                            <a:srgbClr val="172B16"/>
                          </a:solidFill>
                          <a:latin typeface="Liberation Sans"/>
                          <a:ea typeface="Liberation Sans"/>
                          <a:cs typeface="Liberation Sans"/>
                        </a:rPr>
                        <a:t>Pending</a:t>
                      </a:r>
                    </a:p>
                  </a:txBody>
                  <a:tcPr marL="91440" marR="91440" marT="45720" marB="45720" anchor="ctr">
                    <a:lnR w="6668">
                      <a:solidFill>
                        <a:srgbClr val="A4B699"/>
                      </a:solidFill>
                      <a:prstDash val="solid"/>
                    </a:lnR>
                    <a:lnB w="6668">
                      <a:solidFill>
                        <a:srgbClr val="A4B699"/>
                      </a:solidFill>
                      <a:prstDash val="solid"/>
                    </a:lnB>
                    <a:solidFill>
                      <a:srgbClr val="FFFFFF"/>
                    </a:solidFill>
                  </a:tcPr>
                </a:tc>
              </a:tr>
              <a:tr h="419100">
                <a:tc>
                  <a:txBody>
                    <a:bodyPr lIns="85725" tIns="85725" rIns="85725" bIns="85725"/>
                    <a:lstStyle/>
                    <a:p>
                      <a:pPr algn="l"/>
                      <a:r>
                        <a:rPr sz="1800" b="0">
                          <a:solidFill>
                            <a:srgbClr val="172B16"/>
                          </a:solidFill>
                          <a:latin typeface="Liberation Sans"/>
                          <a:ea typeface="Liberation Sans"/>
                          <a:cs typeface="Liberation Sans"/>
                        </a:rPr>
                        <a:t>V03</a:t>
                      </a:r>
                    </a:p>
                  </a:txBody>
                  <a:tcPr marL="91440" marR="91440" marT="45720" marB="45720" anchor="ctr">
                    <a:lnL w="6668">
                      <a:solidFill>
                        <a:srgbClr val="A4B699"/>
                      </a:solidFill>
                      <a:prstDash val="solid"/>
                    </a:lnL>
                    <a:lnR w="6668">
                      <a:solidFill>
                        <a:srgbClr val="A4B699"/>
                      </a:solidFill>
                      <a:prstDash val="solid"/>
                    </a:lnR>
                    <a:lnB w="6668">
                      <a:solidFill>
                        <a:srgbClr val="A4B699"/>
                      </a:solidFill>
                      <a:prstDash val="solid"/>
                    </a:lnB>
                    <a:solidFill>
                      <a:srgbClr val="FFFFFF"/>
                    </a:solidFill>
                  </a:tcPr>
                </a:tc>
                <a:tc>
                  <a:txBody>
                    <a:bodyPr lIns="85725" tIns="85725" rIns="85725" bIns="85725"/>
                    <a:lstStyle/>
                    <a:p>
                      <a:pPr algn="l"/>
                      <a:r>
                        <a:rPr sz="1800" b="0">
                          <a:solidFill>
                            <a:srgbClr val="172B16"/>
                          </a:solidFill>
                          <a:latin typeface="Liberation Sans"/>
                          <a:ea typeface="Liberation Sans"/>
                          <a:cs typeface="Liberation Sans"/>
                        </a:rPr>
                        <a:t>Team meeting, 10-15 minutes</a:t>
                      </a:r>
                    </a:p>
                  </a:txBody>
                  <a:tcPr marL="91440" marR="91440" marT="45720" marB="45720" anchor="ctr">
                    <a:lnR w="6668">
                      <a:solidFill>
                        <a:srgbClr val="A4B699"/>
                      </a:solidFill>
                      <a:prstDash val="solid"/>
                    </a:lnR>
                    <a:lnB w="6668">
                      <a:solidFill>
                        <a:srgbClr val="A4B699"/>
                      </a:solidFill>
                      <a:prstDash val="solid"/>
                    </a:lnB>
                    <a:solidFill>
                      <a:srgbClr val="FFFFFF"/>
                    </a:solidFill>
                  </a:tcPr>
                </a:tc>
                <a:tc>
                  <a:txBody>
                    <a:bodyPr lIns="85725" tIns="85725" rIns="85725" bIns="85725"/>
                    <a:lstStyle/>
                    <a:p>
                      <a:pPr algn="l"/>
                      <a:r>
                        <a:rPr sz="1800" b="0">
                          <a:solidFill>
                            <a:srgbClr val="172B16"/>
                          </a:solidFill>
                          <a:latin typeface="Liberation Sans"/>
                          <a:ea typeface="Liberation Sans"/>
                          <a:cs typeface="Liberation Sans"/>
                        </a:rPr>
                        <a:t>Pending</a:t>
                      </a:r>
                    </a:p>
                  </a:txBody>
                  <a:tcPr marL="91440" marR="91440" marT="45720" marB="45720" anchor="ctr">
                    <a:lnR w="6668">
                      <a:solidFill>
                        <a:srgbClr val="A4B699"/>
                      </a:solidFill>
                      <a:prstDash val="solid"/>
                    </a:lnR>
                    <a:lnB w="6668">
                      <a:solidFill>
                        <a:srgbClr val="A4B699"/>
                      </a:solidFill>
                      <a:prstDash val="solid"/>
                    </a:lnB>
                    <a:solidFill>
                      <a:srgbClr val="FFFFFF"/>
                    </a:solidFill>
                  </a:tcPr>
                </a:tc>
              </a:tr>
            </a:tbl>
          </a:graphicData>
        </a:graphic>
      </p:graphicFrame>
      <p:sp>
        <p:nvSpPr>
          <p:cNvPr id="5" name="Survey link">
            <a:extLst xmlns:a="http://schemas.openxmlformats.org/drawingml/2006/main">
              <a:ext uri="{FF2B5EF4-FFF2-40B4-BE49-F238E27FC236}">
                <a16:creationId xmlns:a16="http://schemas.microsoft.com/office/drawing/2014/main" id="{1A90EB77-2481-42D6-8A0A-EBC0F55639F1}"/>
              </a:ext>
            </a:extLst>
          </p:cNvPr>
          <p:cNvSpPr>
            <a:spLocks xmlns:a="http://schemas.openxmlformats.org/drawingml/2006/main" noGrp="1"/>
          </p:cNvSpPr>
          <p:nvPr/>
        </p:nvSpPr>
        <p:spPr>
          <a:xfrm xmlns:a="http://schemas.openxmlformats.org/drawingml/2006/main">
            <a:off x="533400" y="4333875"/>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54F18"/>
                </a:solidFill>
                <a:latin typeface="Liberation Sans"/>
                <a:ea typeface="Liberation Sans"/>
                <a:cs typeface="Liberation Sans"/>
              </a:defRPr>
            </a:defPPr>
            <a:lvl1pPr algn="l">
              <a:defRPr sz="1875" b="1">
                <a:solidFill>
                  <a:srgbClr val="254F18"/>
                </a:solidFill>
                <a:latin typeface="Liberation Sans"/>
                <a:ea typeface="Liberation Sans"/>
                <a:cs typeface="Liberation Sans"/>
              </a:defRPr>
            </a:lvl1pPr>
            <a:lvl2pPr algn="l">
              <a:defRPr sz="1875" b="1">
                <a:solidFill>
                  <a:srgbClr val="254F18"/>
                </a:solidFill>
                <a:latin typeface="Liberation Sans"/>
                <a:ea typeface="Liberation Sans"/>
                <a:cs typeface="Liberation Sans"/>
              </a:defRPr>
            </a:lvl2pPr>
            <a:lvl3pPr algn="l">
              <a:defRPr sz="1875" b="1">
                <a:solidFill>
                  <a:srgbClr val="254F18"/>
                </a:solidFill>
                <a:latin typeface="Liberation Sans"/>
                <a:ea typeface="Liberation Sans"/>
                <a:cs typeface="Liberation Sans"/>
              </a:defRPr>
            </a:lvl3pPr>
            <a:lvl4pPr algn="l">
              <a:defRPr sz="1875" b="1">
                <a:solidFill>
                  <a:srgbClr val="254F18"/>
                </a:solidFill>
                <a:latin typeface="Liberation Sans"/>
                <a:ea typeface="Liberation Sans"/>
                <a:cs typeface="Liberation Sans"/>
              </a:defRPr>
            </a:lvl4pPr>
            <a:lvl5pPr algn="l">
              <a:defRPr sz="1875" b="1">
                <a:solidFill>
                  <a:srgbClr val="254F18"/>
                </a:solidFill>
                <a:latin typeface="Liberation Sans"/>
                <a:ea typeface="Liberation Sans"/>
                <a:cs typeface="Liberation Sans"/>
              </a:defRPr>
            </a:lvl5pPr>
            <a:lvl6pPr algn="l">
              <a:defRPr sz="1875" b="1">
                <a:solidFill>
                  <a:srgbClr val="254F18"/>
                </a:solidFill>
                <a:latin typeface="Liberation Sans"/>
                <a:ea typeface="Liberation Sans"/>
                <a:cs typeface="Liberation Sans"/>
              </a:defRPr>
            </a:lvl6pPr>
            <a:lvl7pPr algn="l">
              <a:defRPr sz="1875" b="1">
                <a:solidFill>
                  <a:srgbClr val="254F18"/>
                </a:solidFill>
                <a:latin typeface="Liberation Sans"/>
                <a:ea typeface="Liberation Sans"/>
                <a:cs typeface="Liberation Sans"/>
              </a:defRPr>
            </a:lvl7pPr>
            <a:lvl8pPr algn="l">
              <a:defRPr sz="1875" b="1">
                <a:solidFill>
                  <a:srgbClr val="254F18"/>
                </a:solidFill>
                <a:latin typeface="Liberation Sans"/>
                <a:ea typeface="Liberation Sans"/>
                <a:cs typeface="Liberation Sans"/>
              </a:defRPr>
            </a:lvl8pPr>
            <a:lvl9pPr algn="l">
              <a:defRPr sz="1875" b="1">
                <a:solidFill>
                  <a:srgbClr val="254F18"/>
                </a:solidFill>
                <a:latin typeface="Liberation Sans"/>
                <a:ea typeface="Liberation Sans"/>
                <a:cs typeface="Liberation Sans"/>
              </a:defRPr>
            </a:lvl9pPr>
          </a:lstStyle>
          <a:p xmlns:a="http://schemas.openxmlformats.org/drawingml/2006/main">
            <a:pPr algn="l">
              <a:defRPr sz="1875" b="1">
                <a:solidFill>
                  <a:srgbClr val="254F18"/>
                </a:solidFill>
                <a:latin typeface="Liberation Sans"/>
                <a:ea typeface="Liberation Sans"/>
                <a:cs typeface="Liberation Sans"/>
              </a:defRPr>
            </a:pPr>
            <a:r>
              <a:rPr sz="1875" b="1">
                <a:solidFill>
                  <a:srgbClr val="254F18"/>
                </a:solidFill>
                <a:latin typeface="Liberation Sans"/>
                <a:ea typeface="Liberation Sans"/>
                <a:cs typeface="Liberation Sans"/>
                <a:hlinkClick xmlns:r="http://schemas.openxmlformats.org/officeDocument/2006/relationships" r:id="Rfef9f6672a834e07"/>
              </a:rPr>
              <a:t>Customer questionnaire</a:t>
            </a:r>
          </a:p>
        </p:txBody>
      </p:sp>
    </p:spTree>
    <p:extLst>
      <p:ext uri="{BB962C8B-B14F-4D97-AF65-F5344CB8AC3E}">
        <p14:creationId xmlns:p14="http://schemas.microsoft.com/office/powerpoint/2010/main" val="1902668657"/>
      </p:ext>
    </p:extLst>
  </p:cSld>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LibreOffice">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2026-10-25T07:18:51.3280000Z</dcterms:created>
  <dcterms:modified xsi:type="dcterms:W3CDTF">2026-10-25T07:18:51.3280000Z</dcterms:modified>
</coreProperties>
</file>